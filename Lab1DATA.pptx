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0" r:id="rId2"/>
    <p:sldId id="279" r:id="rId3"/>
    <p:sldId id="275" r:id="rId4"/>
    <p:sldId id="276" r:id="rId5"/>
    <p:sldId id="278" r:id="rId6"/>
    <p:sldId id="289" r:id="rId7"/>
    <p:sldId id="290" r:id="rId8"/>
    <p:sldId id="287" r:id="rId9"/>
    <p:sldId id="291" r:id="rId10"/>
    <p:sldId id="288" r:id="rId11"/>
    <p:sldId id="293" r:id="rId12"/>
    <p:sldId id="296" r:id="rId13"/>
    <p:sldId id="298" r:id="rId14"/>
    <p:sldId id="299" r:id="rId15"/>
    <p:sldId id="301" r:id="rId16"/>
    <p:sldId id="302" r:id="rId17"/>
    <p:sldId id="303" r:id="rId18"/>
    <p:sldId id="305" r:id="rId19"/>
    <p:sldId id="308" r:id="rId20"/>
    <p:sldId id="307" r:id="rId21"/>
    <p:sldId id="306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6" r:id="rId37"/>
    <p:sldId id="339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46" r:id="rId50"/>
    <p:sldId id="277" r:id="rId51"/>
    <p:sldId id="268" r:id="rId52"/>
    <p:sldId id="271" r:id="rId53"/>
    <p:sldId id="270" r:id="rId54"/>
    <p:sldId id="260" r:id="rId55"/>
    <p:sldId id="261" r:id="rId56"/>
    <p:sldId id="262" r:id="rId57"/>
    <p:sldId id="263" r:id="rId58"/>
    <p:sldId id="256" r:id="rId59"/>
    <p:sldId id="269" r:id="rId60"/>
    <p:sldId id="267" r:id="rId61"/>
    <p:sldId id="264" r:id="rId62"/>
    <p:sldId id="266" r:id="rId63"/>
    <p:sldId id="265" r:id="rId64"/>
    <p:sldId id="257" r:id="rId65"/>
    <p:sldId id="345" r:id="rId66"/>
    <p:sldId id="273" r:id="rId67"/>
    <p:sldId id="286" r:id="rId68"/>
    <p:sldId id="341" r:id="rId69"/>
    <p:sldId id="280" r:id="rId70"/>
    <p:sldId id="343" r:id="rId71"/>
    <p:sldId id="347" r:id="rId7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215" dt="2026-09-20T22:41:40.978"/>
    <p1510:client id="{DC1987C6-1714-1C96-FD1F-4C8C01D2B250}" v="1" dt="2026-09-20T15:07:48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1943-7B9B-0719-61D1-9E64D1BB3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8C3C6-222C-F975-3C6D-5C6772ACB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F507E-8199-7DEA-9BB2-D3BD6A47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D3CEC-2A20-4513-B093-13C725AC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500E8-15A0-6663-7B84-6F3DD8D06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3842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4FE3-20C4-5401-0256-169EC0DD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10B2D-9A82-5466-D19C-7BAEF9A9E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CD765-0411-D9DE-2577-5ABD9623A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E74C-1FB4-24C9-1049-CDD4AC37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7E71C-5560-5964-3523-339C5AA8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1479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652E-3404-1696-ACED-A9EA1A07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411F2-0348-34BB-FCB6-43534B192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EBB44-A74A-67EE-A244-862E385DC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3FA50-2273-D4A1-9501-E87822E7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DFEC1-7AAB-D733-A0A8-F80A4447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481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5A30-BCAE-4727-1E94-248D78CD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A7E31-D7C5-2D23-E1C7-C67B7F2F5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756BF-F078-91A9-9B17-484062F6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8D68F-8BA8-DC15-7B48-EA1D7E16D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6FD6A-BA51-0E1F-A687-919EB5E8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450BD-5BB5-461F-0ACF-87307D1F6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88164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506D-93E7-0A4E-ED3F-D98D0F8F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DA392-A915-F6C0-A7B9-D18CB1544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6A4A4-BC70-6F09-3AA3-15A868231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D8124-D371-73CD-57AF-138AFC58D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7CA48-B89D-D5B3-FC45-FDBFB7E75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DB656-F69D-5A04-49CB-CBA8BBB5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95C889-0EC1-8A91-8809-77397E20E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8026D4-72AD-E2C8-4FA9-C0342E62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032053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25843-18EE-C5B4-748F-71C4BE0D2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18639-8298-16F1-0AB7-85D3137E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ED7A6-744C-169B-A6E2-F4AB3C89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0C68B-5161-D765-9409-E6F5CA07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19680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E4D88B-E7D6-708B-CB70-A25DC9BF2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950AE-E875-E830-EAD0-9A1033DB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8AD95-5074-8EF5-3904-49D6E17E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8660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D693-37AD-60FB-8209-3923AF3BA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0412-EB6E-17E4-769C-10962D5C3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6343C-7240-B131-9506-D316C63BC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501B9-BA03-F531-36D2-B0B3DD37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5BC67-3967-7CD3-DCA0-1489ED5D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523DE-D41A-93A3-9CFA-540E3948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5198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3424-A536-4792-0A16-B27B8B0B0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318CD-0300-81A4-CADC-8C4A5B923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99A66-052C-794D-297E-D0C3FC2D7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08C14-3443-504E-E01F-B66394CD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E8373-A6C4-17BC-EDBE-786499DB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850E5-EB8C-63EE-CD6E-AA5EC823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65906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D870-85B8-07C0-6329-37CF6E333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4829D-AFF8-CCEB-FDD5-565F0C2AF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44E2-097C-2E5D-7E63-21F1100C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5DD0A-CABB-C36E-9D66-2F6B85A0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81F36-6638-2769-0691-365782BA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8323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9AA53-33E3-3E7B-6A5A-4D125E841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C082E-AF04-B9A2-47CE-442510EA7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14CEB-3AFF-D628-9BD7-70CFB2DF1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A9B5C-AE2A-A7C2-94ED-433C6AD7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BFDC2-215F-DC86-7111-97B85D7A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6856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4CDEA-2D94-C5EE-1F03-B994044C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EF5E3-7025-8DC2-23B9-0B3E2A26E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86E0F-153C-2651-24FD-B04C18381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2CCA9-7754-4737-87DD-61BF1B2D2418}" type="datetimeFigureOut">
              <a:rPr lang="fr-MA" smtClean="0"/>
              <a:t>20/09/2026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A76DF-E3F7-8877-78F6-454543511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58913-CBD7-5755-4D91-1702143F1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407E3-EA7C-44A1-8670-F12132B012C6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57789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14B5-0712-EE9B-13D2-7CE0AB0C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 1: </a:t>
            </a:r>
            <a:r>
              <a:rPr lang="fr-MA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Conceptual</a:t>
            </a:r>
            <a:r>
              <a:rPr lang="fr-M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E8192-595F-CE42-D610-9AEE18BAC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MA" dirty="0">
                <a:solidFill>
                  <a:schemeClr val="bg1"/>
                </a:solidFill>
              </a:rPr>
              <a:t>Made by:</a:t>
            </a:r>
          </a:p>
          <a:p>
            <a:pPr lvl="1"/>
            <a:r>
              <a:rPr lang="fr-MA" dirty="0">
                <a:solidFill>
                  <a:schemeClr val="bg1"/>
                </a:solidFill>
              </a:rPr>
              <a:t>Sarah Bouchmal</a:t>
            </a:r>
          </a:p>
          <a:p>
            <a:pPr lvl="1"/>
            <a:r>
              <a:rPr lang="fr-MA" dirty="0" err="1">
                <a:solidFill>
                  <a:schemeClr val="bg1"/>
                </a:solidFill>
              </a:rPr>
              <a:t>Douaa</a:t>
            </a:r>
            <a:r>
              <a:rPr lang="fr-MA" dirty="0">
                <a:solidFill>
                  <a:schemeClr val="bg1"/>
                </a:solidFill>
              </a:rPr>
              <a:t> DYA</a:t>
            </a:r>
          </a:p>
          <a:p>
            <a:pPr lvl="1"/>
            <a:r>
              <a:rPr lang="fr-MA" dirty="0">
                <a:solidFill>
                  <a:schemeClr val="bg1"/>
                </a:solidFill>
              </a:rPr>
              <a:t>Fatima Zahra BENJAA</a:t>
            </a:r>
          </a:p>
          <a:p>
            <a:pPr lvl="1"/>
            <a:r>
              <a:rPr lang="fr-MA" dirty="0" err="1">
                <a:solidFill>
                  <a:schemeClr val="bg1"/>
                </a:solidFill>
              </a:rPr>
              <a:t>Douae</a:t>
            </a:r>
            <a:r>
              <a:rPr lang="fr-MA" dirty="0">
                <a:solidFill>
                  <a:schemeClr val="bg1"/>
                </a:solidFill>
              </a:rPr>
              <a:t> CHARAFI</a:t>
            </a:r>
          </a:p>
          <a:p>
            <a:pPr marL="0" indent="0">
              <a:buNone/>
            </a:pPr>
            <a:r>
              <a:rPr lang="fr-MA" dirty="0">
                <a:solidFill>
                  <a:schemeClr val="bg1"/>
                </a:solidFill>
              </a:rPr>
              <a:t>TA : Prof. </a:t>
            </a:r>
            <a:r>
              <a:rPr lang="fr-MA" dirty="0" err="1">
                <a:solidFill>
                  <a:schemeClr val="bg1"/>
                </a:solidFill>
              </a:rPr>
              <a:t>Khaoula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Abdenouri</a:t>
            </a:r>
            <a:endParaRPr lang="fr-MA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fr-MA" dirty="0">
              <a:solidFill>
                <a:schemeClr val="bg1"/>
              </a:solidFill>
            </a:endParaRPr>
          </a:p>
          <a:p>
            <a:pPr lvl="1"/>
            <a:endParaRPr lang="fr-MA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fr-MA" dirty="0">
              <a:solidFill>
                <a:schemeClr val="bg1"/>
              </a:solidFill>
            </a:endParaRPr>
          </a:p>
          <a:p>
            <a:pPr lvl="1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45949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3834882" y="2388637"/>
            <a:ext cx="3526971" cy="104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stCxn id="10" idx="5"/>
          </p:cNvCxnSpPr>
          <p:nvPr/>
        </p:nvCxnSpPr>
        <p:spPr>
          <a:xfrm>
            <a:off x="3235023" y="1473687"/>
            <a:ext cx="599859" cy="914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114A22D-87F2-691F-7020-0523DD38A4E3}"/>
              </a:ext>
            </a:extLst>
          </p:cNvPr>
          <p:cNvSpPr txBox="1"/>
          <p:nvPr/>
        </p:nvSpPr>
        <p:spPr>
          <a:xfrm>
            <a:off x="186611" y="177282"/>
            <a:ext cx="381822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PE1</a:t>
            </a:r>
            <a:r>
              <a:rPr lang="fr-MA"/>
              <a:t>. Added « </a:t>
            </a:r>
            <a:r>
              <a:rPr lang="fr-MA" err="1"/>
              <a:t>person</a:t>
            </a:r>
            <a:r>
              <a:rPr lang="fr-MA"/>
              <a:t> » </a:t>
            </a:r>
            <a:r>
              <a:rPr lang="fr-MA" err="1"/>
              <a:t>entity</a:t>
            </a:r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95638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4043429" y="1296137"/>
            <a:ext cx="3526971" cy="104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cxnSpLocks/>
            <a:stCxn id="10" idx="5"/>
            <a:endCxn id="9" idx="1"/>
          </p:cNvCxnSpPr>
          <p:nvPr/>
        </p:nvCxnSpPr>
        <p:spPr>
          <a:xfrm>
            <a:off x="3235023" y="1473687"/>
            <a:ext cx="808406" cy="3426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E96E542-FA27-C5A8-4937-21F05EE71E1F}"/>
              </a:ext>
            </a:extLst>
          </p:cNvPr>
          <p:cNvSpPr/>
          <p:nvPr/>
        </p:nvSpPr>
        <p:spPr>
          <a:xfrm>
            <a:off x="5187820" y="2995127"/>
            <a:ext cx="1390262" cy="113833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FC47C-1935-34B8-007E-077950E341AF}"/>
              </a:ext>
            </a:extLst>
          </p:cNvPr>
          <p:cNvCxnSpPr>
            <a:stCxn id="9" idx="2"/>
            <a:endCxn id="3" idx="0"/>
          </p:cNvCxnSpPr>
          <p:nvPr/>
        </p:nvCxnSpPr>
        <p:spPr>
          <a:xfrm>
            <a:off x="5806915" y="2336500"/>
            <a:ext cx="76036" cy="658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4C367B-6A8C-C6C9-CE9B-D0603817EBE0}"/>
              </a:ext>
            </a:extLst>
          </p:cNvPr>
          <p:cNvSpPr/>
          <p:nvPr/>
        </p:nvSpPr>
        <p:spPr>
          <a:xfrm>
            <a:off x="1685403" y="4729335"/>
            <a:ext cx="2758751" cy="782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8B193-F7AB-411D-48AC-40AE64354464}"/>
              </a:ext>
            </a:extLst>
          </p:cNvPr>
          <p:cNvSpPr txBox="1"/>
          <p:nvPr/>
        </p:nvSpPr>
        <p:spPr>
          <a:xfrm>
            <a:off x="186611" y="177282"/>
            <a:ext cx="446641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PE2</a:t>
            </a:r>
            <a:r>
              <a:rPr lang="fr-MA"/>
              <a:t>. Added « </a:t>
            </a:r>
            <a:r>
              <a:rPr lang="fr-MA" err="1"/>
              <a:t>student</a:t>
            </a:r>
            <a:r>
              <a:rPr lang="fr-MA"/>
              <a:t> » and « staff » </a:t>
            </a:r>
            <a:r>
              <a:rPr lang="fr-MA" err="1"/>
              <a:t>entities</a:t>
            </a:r>
            <a:endParaRPr lang="fr-M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480BF-7EA9-480E-97E6-C7940A679867}"/>
              </a:ext>
            </a:extLst>
          </p:cNvPr>
          <p:cNvSpPr/>
          <p:nvPr/>
        </p:nvSpPr>
        <p:spPr>
          <a:xfrm>
            <a:off x="8158393" y="4729334"/>
            <a:ext cx="2758751" cy="782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EEF63-B423-8640-1447-6ADD2F7A39C0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3064779" y="4133461"/>
            <a:ext cx="2123041" cy="5958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D5866-7308-74A0-DF84-ADA683B2A07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582257" y="4136215"/>
            <a:ext cx="2955512" cy="593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628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4043429" y="1296137"/>
            <a:ext cx="3526971" cy="104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cxnSpLocks/>
            <a:stCxn id="10" idx="5"/>
            <a:endCxn id="9" idx="1"/>
          </p:cNvCxnSpPr>
          <p:nvPr/>
        </p:nvCxnSpPr>
        <p:spPr>
          <a:xfrm>
            <a:off x="3235023" y="1473687"/>
            <a:ext cx="808406" cy="3426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E96E542-FA27-C5A8-4937-21F05EE71E1F}"/>
              </a:ext>
            </a:extLst>
          </p:cNvPr>
          <p:cNvSpPr/>
          <p:nvPr/>
        </p:nvSpPr>
        <p:spPr>
          <a:xfrm>
            <a:off x="5187820" y="2995127"/>
            <a:ext cx="1390262" cy="113833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FC47C-1935-34B8-007E-077950E341AF}"/>
              </a:ext>
            </a:extLst>
          </p:cNvPr>
          <p:cNvCxnSpPr>
            <a:stCxn id="9" idx="2"/>
            <a:endCxn id="3" idx="0"/>
          </p:cNvCxnSpPr>
          <p:nvPr/>
        </p:nvCxnSpPr>
        <p:spPr>
          <a:xfrm>
            <a:off x="5806915" y="2336500"/>
            <a:ext cx="76036" cy="6586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4C367B-6A8C-C6C9-CE9B-D0603817EBE0}"/>
              </a:ext>
            </a:extLst>
          </p:cNvPr>
          <p:cNvSpPr/>
          <p:nvPr/>
        </p:nvSpPr>
        <p:spPr>
          <a:xfrm>
            <a:off x="1685403" y="4729335"/>
            <a:ext cx="2758751" cy="782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8B193-F7AB-411D-48AC-40AE64354464}"/>
              </a:ext>
            </a:extLst>
          </p:cNvPr>
          <p:cNvSpPr txBox="1"/>
          <p:nvPr/>
        </p:nvSpPr>
        <p:spPr>
          <a:xfrm>
            <a:off x="202654" y="177282"/>
            <a:ext cx="2337238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PE3</a:t>
            </a:r>
            <a:r>
              <a:rPr lang="fr-MA"/>
              <a:t>. </a:t>
            </a:r>
            <a:r>
              <a:rPr lang="fr-MA" sz="1200"/>
              <a:t>No change </a:t>
            </a:r>
            <a:r>
              <a:rPr lang="fr-MA" sz="1200" err="1"/>
              <a:t>because</a:t>
            </a:r>
            <a:r>
              <a:rPr lang="fr-MA" sz="1200"/>
              <a:t> « </a:t>
            </a:r>
            <a:r>
              <a:rPr lang="fr-MA" sz="1200" err="1"/>
              <a:t>academic</a:t>
            </a:r>
            <a:r>
              <a:rPr lang="fr-MA" sz="1200"/>
              <a:t> program » </a:t>
            </a:r>
            <a:r>
              <a:rPr lang="fr-MA" sz="1200" err="1"/>
              <a:t>is</a:t>
            </a:r>
            <a:r>
              <a:rPr lang="fr-MA" sz="1200"/>
              <a:t> not </a:t>
            </a:r>
            <a:r>
              <a:rPr lang="fr-MA" sz="1200" err="1"/>
              <a:t>a</a:t>
            </a:r>
            <a:r>
              <a:rPr lang="fr-MA" sz="1200"/>
              <a:t> key </a:t>
            </a:r>
            <a:r>
              <a:rPr lang="fr-MA" sz="1200" err="1"/>
              <a:t>attribute</a:t>
            </a:r>
            <a:r>
              <a:rPr lang="fr-MA" sz="1200"/>
              <a:t> </a:t>
            </a:r>
            <a:endParaRPr lang="fr-M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480BF-7EA9-480E-97E6-C7940A679867}"/>
              </a:ext>
            </a:extLst>
          </p:cNvPr>
          <p:cNvSpPr/>
          <p:nvPr/>
        </p:nvSpPr>
        <p:spPr>
          <a:xfrm>
            <a:off x="8158393" y="4729334"/>
            <a:ext cx="2758751" cy="782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EEF63-B423-8640-1447-6ADD2F7A39C0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3064779" y="4133461"/>
            <a:ext cx="2123041" cy="5958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D5866-7308-74A0-DF84-ADA683B2A07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582257" y="4136215"/>
            <a:ext cx="2955512" cy="593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2827633" y="820691"/>
            <a:ext cx="2461610" cy="6110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863245" y="1126222"/>
            <a:ext cx="1302439" cy="5261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2165684" y="1126222"/>
            <a:ext cx="661949" cy="263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E96E542-FA27-C5A8-4937-21F05EE71E1F}"/>
              </a:ext>
            </a:extLst>
          </p:cNvPr>
          <p:cNvSpPr/>
          <p:nvPr/>
        </p:nvSpPr>
        <p:spPr>
          <a:xfrm>
            <a:off x="3436858" y="1642338"/>
            <a:ext cx="1302438" cy="459328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FC47C-1935-34B8-007E-077950E341A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058438" y="1431752"/>
            <a:ext cx="0" cy="2205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4C367B-6A8C-C6C9-CE9B-D0603817EBE0}"/>
              </a:ext>
            </a:extLst>
          </p:cNvPr>
          <p:cNvSpPr/>
          <p:nvPr/>
        </p:nvSpPr>
        <p:spPr>
          <a:xfrm>
            <a:off x="750830" y="2860282"/>
            <a:ext cx="1925439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8B193-F7AB-411D-48AC-40AE64354464}"/>
              </a:ext>
            </a:extLst>
          </p:cNvPr>
          <p:cNvSpPr txBox="1"/>
          <p:nvPr/>
        </p:nvSpPr>
        <p:spPr>
          <a:xfrm>
            <a:off x="0" y="62946"/>
            <a:ext cx="2337238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PE4</a:t>
            </a:r>
            <a:r>
              <a:rPr lang="fr-MA"/>
              <a:t>. </a:t>
            </a:r>
            <a:r>
              <a:rPr lang="fr-MA" sz="1400"/>
              <a:t>No </a:t>
            </a:r>
            <a:r>
              <a:rPr lang="fr-MA" sz="1400" err="1"/>
              <a:t>attributes</a:t>
            </a:r>
            <a:r>
              <a:rPr lang="fr-MA" sz="1400"/>
              <a:t> </a:t>
            </a:r>
            <a:r>
              <a:rPr lang="fr-MA" sz="1400" err="1"/>
              <a:t>added</a:t>
            </a:r>
            <a:r>
              <a:rPr lang="fr-MA" sz="1400"/>
              <a:t> to </a:t>
            </a:r>
            <a:r>
              <a:rPr lang="fr-MA" sz="1400" err="1"/>
              <a:t>employee</a:t>
            </a:r>
            <a:r>
              <a:rPr lang="fr-MA" sz="1400"/>
              <a:t> </a:t>
            </a:r>
            <a:r>
              <a:rPr lang="fr-MA" sz="1400" err="1"/>
              <a:t>because</a:t>
            </a:r>
            <a:r>
              <a:rPr lang="fr-MA" sz="1400"/>
              <a:t> none of </a:t>
            </a:r>
            <a:r>
              <a:rPr lang="fr-MA" sz="1400" err="1"/>
              <a:t>them</a:t>
            </a:r>
            <a:r>
              <a:rPr lang="fr-MA" sz="1400"/>
              <a:t> are key </a:t>
            </a:r>
            <a:r>
              <a:rPr lang="fr-MA" sz="1400" err="1"/>
              <a:t>attributes</a:t>
            </a:r>
            <a:r>
              <a:rPr lang="fr-MA" sz="1400"/>
              <a:t>.</a:t>
            </a:r>
            <a:endParaRPr lang="fr-M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480BF-7EA9-480E-97E6-C7940A679867}"/>
              </a:ext>
            </a:extLst>
          </p:cNvPr>
          <p:cNvSpPr/>
          <p:nvPr/>
        </p:nvSpPr>
        <p:spPr>
          <a:xfrm>
            <a:off x="3483701" y="2782069"/>
            <a:ext cx="2275415" cy="4488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EEF63-B423-8640-1447-6ADD2F7A39C0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1975360" y="2101666"/>
            <a:ext cx="2112717" cy="751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D5866-7308-74A0-DF84-ADA683B2A07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088077" y="2101666"/>
            <a:ext cx="467881" cy="6699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24BB6-0434-C960-8AED-46956E290451}"/>
              </a:ext>
            </a:extLst>
          </p:cNvPr>
          <p:cNvSpPr/>
          <p:nvPr/>
        </p:nvSpPr>
        <p:spPr>
          <a:xfrm>
            <a:off x="4322017" y="4417003"/>
            <a:ext cx="1612870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155614-D172-05B6-F01D-21FFC77E2DB7}"/>
              </a:ext>
            </a:extLst>
          </p:cNvPr>
          <p:cNvCxnSpPr>
            <a:cxnSpLocks/>
          </p:cNvCxnSpPr>
          <p:nvPr/>
        </p:nvCxnSpPr>
        <p:spPr>
          <a:xfrm flipH="1">
            <a:off x="2627559" y="3957675"/>
            <a:ext cx="2046192" cy="54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AD90A-D1B8-D75F-11F1-2E5277BC0EBC}"/>
              </a:ext>
            </a:extLst>
          </p:cNvPr>
          <p:cNvCxnSpPr>
            <a:cxnSpLocks/>
          </p:cNvCxnSpPr>
          <p:nvPr/>
        </p:nvCxnSpPr>
        <p:spPr>
          <a:xfrm>
            <a:off x="4634242" y="3936865"/>
            <a:ext cx="403218" cy="463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92E69A8-5EFB-6830-6EED-A4D9E085298F}"/>
              </a:ext>
            </a:extLst>
          </p:cNvPr>
          <p:cNvSpPr/>
          <p:nvPr/>
        </p:nvSpPr>
        <p:spPr>
          <a:xfrm>
            <a:off x="4040158" y="3399245"/>
            <a:ext cx="1169387" cy="5418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C55FC4-F98A-CB71-54A7-0C732BAD4BDE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613130" y="3238242"/>
            <a:ext cx="11722" cy="1610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4430E-9295-3622-C6FF-F4D5F4349E4B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AFA8E3-74A5-A415-C0DC-6B83CF1DBE64}"/>
              </a:ext>
            </a:extLst>
          </p:cNvPr>
          <p:cNvSpPr/>
          <p:nvPr/>
        </p:nvSpPr>
        <p:spPr>
          <a:xfrm>
            <a:off x="1833406" y="4499555"/>
            <a:ext cx="1912984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33B8D9-DA70-3472-26DB-819DD121BF77}"/>
              </a:ext>
            </a:extLst>
          </p:cNvPr>
          <p:cNvSpPr/>
          <p:nvPr/>
        </p:nvSpPr>
        <p:spPr>
          <a:xfrm>
            <a:off x="6300757" y="6266977"/>
            <a:ext cx="1612870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CCB0054-6387-4814-0205-53F03F4FCE46}"/>
              </a:ext>
            </a:extLst>
          </p:cNvPr>
          <p:cNvCxnSpPr>
            <a:cxnSpLocks/>
          </p:cNvCxnSpPr>
          <p:nvPr/>
        </p:nvCxnSpPr>
        <p:spPr>
          <a:xfrm flipH="1">
            <a:off x="3064981" y="5622617"/>
            <a:ext cx="2046192" cy="54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D6975D-1E23-97C5-3F0B-EFC5AB88DF59}"/>
              </a:ext>
            </a:extLst>
          </p:cNvPr>
          <p:cNvCxnSpPr>
            <a:cxnSpLocks/>
          </p:cNvCxnSpPr>
          <p:nvPr/>
        </p:nvCxnSpPr>
        <p:spPr>
          <a:xfrm>
            <a:off x="5111256" y="5622617"/>
            <a:ext cx="1995936" cy="6443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28DFAED-9500-FDAE-29BF-706260660CB1}"/>
              </a:ext>
            </a:extLst>
          </p:cNvPr>
          <p:cNvSpPr/>
          <p:nvPr/>
        </p:nvSpPr>
        <p:spPr>
          <a:xfrm>
            <a:off x="2075226" y="6164497"/>
            <a:ext cx="1912984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D46756C8-8C03-992D-1A54-4E48A9074EB9}"/>
              </a:ext>
            </a:extLst>
          </p:cNvPr>
          <p:cNvSpPr/>
          <p:nvPr/>
        </p:nvSpPr>
        <p:spPr>
          <a:xfrm>
            <a:off x="4555958" y="5080737"/>
            <a:ext cx="1169387" cy="5418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CCEF43-8D28-E1D1-03CC-60E82989BB5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128452" y="4876331"/>
            <a:ext cx="0" cy="2155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27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2827633" y="820691"/>
            <a:ext cx="2461610" cy="6110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008193" y="1736900"/>
            <a:ext cx="1302439" cy="5261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cxnSpLocks/>
          </p:cNvCxnSpPr>
          <p:nvPr/>
        </p:nvCxnSpPr>
        <p:spPr>
          <a:xfrm flipV="1">
            <a:off x="2268638" y="1126222"/>
            <a:ext cx="558995" cy="772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E96E542-FA27-C5A8-4937-21F05EE71E1F}"/>
              </a:ext>
            </a:extLst>
          </p:cNvPr>
          <p:cNvSpPr/>
          <p:nvPr/>
        </p:nvSpPr>
        <p:spPr>
          <a:xfrm>
            <a:off x="3436858" y="1642338"/>
            <a:ext cx="1302438" cy="459328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FC47C-1935-34B8-007E-077950E341A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058438" y="1431752"/>
            <a:ext cx="0" cy="2205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4C367B-6A8C-C6C9-CE9B-D0603817EBE0}"/>
              </a:ext>
            </a:extLst>
          </p:cNvPr>
          <p:cNvSpPr/>
          <p:nvPr/>
        </p:nvSpPr>
        <p:spPr>
          <a:xfrm>
            <a:off x="750830" y="2860282"/>
            <a:ext cx="1925439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480BF-7EA9-480E-97E6-C7940A679867}"/>
              </a:ext>
            </a:extLst>
          </p:cNvPr>
          <p:cNvSpPr/>
          <p:nvPr/>
        </p:nvSpPr>
        <p:spPr>
          <a:xfrm>
            <a:off x="3483701" y="2782069"/>
            <a:ext cx="2275415" cy="4488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EEF63-B423-8640-1447-6ADD2F7A39C0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1975360" y="2101666"/>
            <a:ext cx="2112717" cy="751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D5866-7308-74A0-DF84-ADA683B2A07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088077" y="2101666"/>
            <a:ext cx="467881" cy="6699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24BB6-0434-C960-8AED-46956E290451}"/>
              </a:ext>
            </a:extLst>
          </p:cNvPr>
          <p:cNvSpPr/>
          <p:nvPr/>
        </p:nvSpPr>
        <p:spPr>
          <a:xfrm>
            <a:off x="4322017" y="4417003"/>
            <a:ext cx="1612870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155614-D172-05B6-F01D-21FFC77E2DB7}"/>
              </a:ext>
            </a:extLst>
          </p:cNvPr>
          <p:cNvCxnSpPr>
            <a:cxnSpLocks/>
          </p:cNvCxnSpPr>
          <p:nvPr/>
        </p:nvCxnSpPr>
        <p:spPr>
          <a:xfrm flipH="1">
            <a:off x="2627559" y="3957675"/>
            <a:ext cx="2046192" cy="54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AD90A-D1B8-D75F-11F1-2E5277BC0EBC}"/>
              </a:ext>
            </a:extLst>
          </p:cNvPr>
          <p:cNvCxnSpPr>
            <a:cxnSpLocks/>
          </p:cNvCxnSpPr>
          <p:nvPr/>
        </p:nvCxnSpPr>
        <p:spPr>
          <a:xfrm>
            <a:off x="4634242" y="3936865"/>
            <a:ext cx="403218" cy="463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92E69A8-5EFB-6830-6EED-A4D9E085298F}"/>
              </a:ext>
            </a:extLst>
          </p:cNvPr>
          <p:cNvSpPr/>
          <p:nvPr/>
        </p:nvSpPr>
        <p:spPr>
          <a:xfrm>
            <a:off x="4040158" y="3399245"/>
            <a:ext cx="1169387" cy="5418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C55FC4-F98A-CB71-54A7-0C732BAD4BDE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613130" y="3238242"/>
            <a:ext cx="11722" cy="1610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4430E-9295-3622-C6FF-F4D5F4349E4B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AFA8E3-74A5-A415-C0DC-6B83CF1DBE64}"/>
              </a:ext>
            </a:extLst>
          </p:cNvPr>
          <p:cNvSpPr/>
          <p:nvPr/>
        </p:nvSpPr>
        <p:spPr>
          <a:xfrm>
            <a:off x="1833406" y="4499555"/>
            <a:ext cx="1912984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33B8D9-DA70-3472-26DB-819DD121BF77}"/>
              </a:ext>
            </a:extLst>
          </p:cNvPr>
          <p:cNvSpPr/>
          <p:nvPr/>
        </p:nvSpPr>
        <p:spPr>
          <a:xfrm>
            <a:off x="6300757" y="6266977"/>
            <a:ext cx="1612870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CCB0054-6387-4814-0205-53F03F4FCE46}"/>
              </a:ext>
            </a:extLst>
          </p:cNvPr>
          <p:cNvCxnSpPr>
            <a:cxnSpLocks/>
          </p:cNvCxnSpPr>
          <p:nvPr/>
        </p:nvCxnSpPr>
        <p:spPr>
          <a:xfrm flipH="1">
            <a:off x="3064981" y="5622617"/>
            <a:ext cx="2046192" cy="54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D6975D-1E23-97C5-3F0B-EFC5AB88DF59}"/>
              </a:ext>
            </a:extLst>
          </p:cNvPr>
          <p:cNvCxnSpPr>
            <a:cxnSpLocks/>
          </p:cNvCxnSpPr>
          <p:nvPr/>
        </p:nvCxnSpPr>
        <p:spPr>
          <a:xfrm>
            <a:off x="5111256" y="5622617"/>
            <a:ext cx="1995936" cy="6443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28DFAED-9500-FDAE-29BF-706260660CB1}"/>
              </a:ext>
            </a:extLst>
          </p:cNvPr>
          <p:cNvSpPr/>
          <p:nvPr/>
        </p:nvSpPr>
        <p:spPr>
          <a:xfrm>
            <a:off x="2075226" y="6164497"/>
            <a:ext cx="1912984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D46756C8-8C03-992D-1A54-4E48A9074EB9}"/>
              </a:ext>
            </a:extLst>
          </p:cNvPr>
          <p:cNvSpPr/>
          <p:nvPr/>
        </p:nvSpPr>
        <p:spPr>
          <a:xfrm>
            <a:off x="4555958" y="5080737"/>
            <a:ext cx="1169387" cy="5418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CCEF43-8D28-E1D1-03CC-60E82989BB5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128452" y="4876331"/>
            <a:ext cx="0" cy="2155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53B8AE-409B-27FD-87B4-8FB1F0F3885C}"/>
              </a:ext>
            </a:extLst>
          </p:cNvPr>
          <p:cNvSpPr txBox="1"/>
          <p:nvPr/>
        </p:nvSpPr>
        <p:spPr>
          <a:xfrm>
            <a:off x="73329" y="10283"/>
            <a:ext cx="2911825" cy="16619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PE5</a:t>
            </a:r>
            <a:r>
              <a:rPr lang="fr-MA"/>
              <a:t>. </a:t>
            </a:r>
            <a:r>
              <a:rPr lang="fr-MA" sz="1400" err="1"/>
              <a:t>added</a:t>
            </a:r>
            <a:r>
              <a:rPr lang="fr-MA" sz="1400"/>
              <a:t> relation « reports » </a:t>
            </a:r>
            <a:r>
              <a:rPr lang="fr-MA" sz="1400" err="1"/>
              <a:t>with</a:t>
            </a:r>
            <a:r>
              <a:rPr lang="fr-MA" sz="1400"/>
              <a:t> </a:t>
            </a:r>
            <a:r>
              <a:rPr lang="fr-MA" sz="1400" err="1"/>
              <a:t>thickened</a:t>
            </a:r>
            <a:r>
              <a:rPr lang="fr-MA" sz="1400"/>
              <a:t> </a:t>
            </a:r>
            <a:r>
              <a:rPr lang="fr-MA" sz="1400" err="1"/>
              <a:t>arrow</a:t>
            </a:r>
            <a:r>
              <a:rPr lang="fr-MA" sz="1400"/>
              <a:t> </a:t>
            </a:r>
            <a:r>
              <a:rPr lang="fr-MA" sz="1400" err="1"/>
              <a:t>because</a:t>
            </a:r>
            <a:r>
              <a:rPr lang="fr-MA" sz="1400"/>
              <a:t> « reports to </a:t>
            </a:r>
            <a:r>
              <a:rPr lang="fr-MA" sz="1400" err="1"/>
              <a:t>exactly</a:t>
            </a:r>
            <a:r>
              <a:rPr lang="fr-MA" sz="1400"/>
              <a:t> ONE </a:t>
            </a:r>
            <a:r>
              <a:rPr lang="fr-MA" sz="1400" err="1"/>
              <a:t>other</a:t>
            </a:r>
            <a:r>
              <a:rPr lang="fr-MA" sz="1400"/>
              <a:t> </a:t>
            </a:r>
            <a:r>
              <a:rPr lang="fr-MA" sz="1400" err="1"/>
              <a:t>employee</a:t>
            </a:r>
            <a:r>
              <a:rPr lang="fr-MA" sz="1400"/>
              <a:t> ». « </a:t>
            </a:r>
            <a:r>
              <a:rPr lang="fr-MA" sz="1400" err="1"/>
              <a:t>recent</a:t>
            </a:r>
            <a:r>
              <a:rPr lang="fr-MA" sz="1400"/>
              <a:t> report » </a:t>
            </a:r>
            <a:r>
              <a:rPr lang="fr-MA" sz="1400" err="1"/>
              <a:t>attribute</a:t>
            </a:r>
            <a:r>
              <a:rPr lang="fr-MA" sz="1400"/>
              <a:t> </a:t>
            </a:r>
            <a:r>
              <a:rPr lang="fr-MA" sz="1400" err="1"/>
              <a:t>is</a:t>
            </a:r>
            <a:r>
              <a:rPr lang="fr-MA" sz="1400"/>
              <a:t> not </a:t>
            </a:r>
            <a:r>
              <a:rPr lang="fr-MA" sz="1400" err="1"/>
              <a:t>added</a:t>
            </a:r>
            <a:r>
              <a:rPr lang="fr-MA" sz="1400"/>
              <a:t> to relation « reports » </a:t>
            </a:r>
            <a:r>
              <a:rPr lang="fr-MA" sz="1400" err="1"/>
              <a:t>because</a:t>
            </a:r>
            <a:r>
              <a:rPr lang="fr-MA" sz="1400"/>
              <a:t> </a:t>
            </a:r>
            <a:r>
              <a:rPr lang="fr-MA" sz="1400" err="1"/>
              <a:t>it’s</a:t>
            </a:r>
            <a:r>
              <a:rPr lang="fr-MA" sz="1400"/>
              <a:t> not </a:t>
            </a:r>
            <a:r>
              <a:rPr lang="fr-MA" sz="1400" err="1"/>
              <a:t>a</a:t>
            </a:r>
            <a:r>
              <a:rPr lang="fr-MA" sz="1400"/>
              <a:t> key </a:t>
            </a:r>
            <a:r>
              <a:rPr lang="fr-MA" sz="1400" err="1"/>
              <a:t>attr</a:t>
            </a:r>
            <a:r>
              <a:rPr lang="fr-MA" sz="1400"/>
              <a:t>. </a:t>
            </a:r>
            <a:endParaRPr lang="fr-MA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66B5D4C-3821-F9A2-D38F-7ABFC461C320}"/>
              </a:ext>
            </a:extLst>
          </p:cNvPr>
          <p:cNvSpPr/>
          <p:nvPr/>
        </p:nvSpPr>
        <p:spPr>
          <a:xfrm>
            <a:off x="6909116" y="2560473"/>
            <a:ext cx="1925434" cy="100356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1BE35F-FB05-435C-56A4-F6BD8D4366F0}"/>
              </a:ext>
            </a:extLst>
          </p:cNvPr>
          <p:cNvCxnSpPr>
            <a:endCxn id="4" idx="1"/>
          </p:cNvCxnSpPr>
          <p:nvPr/>
        </p:nvCxnSpPr>
        <p:spPr>
          <a:xfrm>
            <a:off x="5776570" y="3062257"/>
            <a:ext cx="113254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F74461-7229-CF89-7C34-3F6B006DA5BD}"/>
              </a:ext>
            </a:extLst>
          </p:cNvPr>
          <p:cNvCxnSpPr/>
          <p:nvPr/>
        </p:nvCxnSpPr>
        <p:spPr>
          <a:xfrm>
            <a:off x="5776570" y="2916820"/>
            <a:ext cx="143185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983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2827633" y="820691"/>
            <a:ext cx="2461610" cy="6110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008193" y="1736900"/>
            <a:ext cx="1302439" cy="5261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cxnSpLocks/>
          </p:cNvCxnSpPr>
          <p:nvPr/>
        </p:nvCxnSpPr>
        <p:spPr>
          <a:xfrm flipV="1">
            <a:off x="2268638" y="1126222"/>
            <a:ext cx="558995" cy="772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E96E542-FA27-C5A8-4937-21F05EE71E1F}"/>
              </a:ext>
            </a:extLst>
          </p:cNvPr>
          <p:cNvSpPr/>
          <p:nvPr/>
        </p:nvSpPr>
        <p:spPr>
          <a:xfrm>
            <a:off x="3436858" y="1642338"/>
            <a:ext cx="1302438" cy="459328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FC47C-1935-34B8-007E-077950E341A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058438" y="1431752"/>
            <a:ext cx="0" cy="2205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4C367B-6A8C-C6C9-CE9B-D0603817EBE0}"/>
              </a:ext>
            </a:extLst>
          </p:cNvPr>
          <p:cNvSpPr/>
          <p:nvPr/>
        </p:nvSpPr>
        <p:spPr>
          <a:xfrm>
            <a:off x="750830" y="2860282"/>
            <a:ext cx="1925439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480BF-7EA9-480E-97E6-C7940A679867}"/>
              </a:ext>
            </a:extLst>
          </p:cNvPr>
          <p:cNvSpPr/>
          <p:nvPr/>
        </p:nvSpPr>
        <p:spPr>
          <a:xfrm>
            <a:off x="3483701" y="2782069"/>
            <a:ext cx="2275415" cy="4488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EEF63-B423-8640-1447-6ADD2F7A39C0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1975360" y="2101666"/>
            <a:ext cx="2112717" cy="751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D5866-7308-74A0-DF84-ADA683B2A07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088077" y="2101666"/>
            <a:ext cx="467881" cy="6699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24BB6-0434-C960-8AED-46956E290451}"/>
              </a:ext>
            </a:extLst>
          </p:cNvPr>
          <p:cNvSpPr/>
          <p:nvPr/>
        </p:nvSpPr>
        <p:spPr>
          <a:xfrm>
            <a:off x="4322017" y="4417003"/>
            <a:ext cx="1612870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155614-D172-05B6-F01D-21FFC77E2DB7}"/>
              </a:ext>
            </a:extLst>
          </p:cNvPr>
          <p:cNvCxnSpPr>
            <a:cxnSpLocks/>
          </p:cNvCxnSpPr>
          <p:nvPr/>
        </p:nvCxnSpPr>
        <p:spPr>
          <a:xfrm flipH="1">
            <a:off x="2627559" y="3957675"/>
            <a:ext cx="2046192" cy="54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AD90A-D1B8-D75F-11F1-2E5277BC0EBC}"/>
              </a:ext>
            </a:extLst>
          </p:cNvPr>
          <p:cNvCxnSpPr>
            <a:cxnSpLocks/>
          </p:cNvCxnSpPr>
          <p:nvPr/>
        </p:nvCxnSpPr>
        <p:spPr>
          <a:xfrm>
            <a:off x="4634242" y="3936865"/>
            <a:ext cx="403218" cy="463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92E69A8-5EFB-6830-6EED-A4D9E085298F}"/>
              </a:ext>
            </a:extLst>
          </p:cNvPr>
          <p:cNvSpPr/>
          <p:nvPr/>
        </p:nvSpPr>
        <p:spPr>
          <a:xfrm>
            <a:off x="4040158" y="3399245"/>
            <a:ext cx="1169387" cy="5418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C55FC4-F98A-CB71-54A7-0C732BAD4BDE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613130" y="3238242"/>
            <a:ext cx="11722" cy="1610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4430E-9295-3622-C6FF-F4D5F4349E4B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AFA8E3-74A5-A415-C0DC-6B83CF1DBE64}"/>
              </a:ext>
            </a:extLst>
          </p:cNvPr>
          <p:cNvSpPr/>
          <p:nvPr/>
        </p:nvSpPr>
        <p:spPr>
          <a:xfrm>
            <a:off x="1833406" y="4499555"/>
            <a:ext cx="1912984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33B8D9-DA70-3472-26DB-819DD121BF77}"/>
              </a:ext>
            </a:extLst>
          </p:cNvPr>
          <p:cNvSpPr/>
          <p:nvPr/>
        </p:nvSpPr>
        <p:spPr>
          <a:xfrm>
            <a:off x="6300757" y="6266977"/>
            <a:ext cx="1612870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CCB0054-6387-4814-0205-53F03F4FCE46}"/>
              </a:ext>
            </a:extLst>
          </p:cNvPr>
          <p:cNvCxnSpPr>
            <a:cxnSpLocks/>
          </p:cNvCxnSpPr>
          <p:nvPr/>
        </p:nvCxnSpPr>
        <p:spPr>
          <a:xfrm flipH="1">
            <a:off x="3064981" y="5622617"/>
            <a:ext cx="2046192" cy="541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D6975D-1E23-97C5-3F0B-EFC5AB88DF59}"/>
              </a:ext>
            </a:extLst>
          </p:cNvPr>
          <p:cNvCxnSpPr>
            <a:cxnSpLocks/>
          </p:cNvCxnSpPr>
          <p:nvPr/>
        </p:nvCxnSpPr>
        <p:spPr>
          <a:xfrm>
            <a:off x="5111256" y="5622617"/>
            <a:ext cx="1995936" cy="6443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28DFAED-9500-FDAE-29BF-706260660CB1}"/>
              </a:ext>
            </a:extLst>
          </p:cNvPr>
          <p:cNvSpPr/>
          <p:nvPr/>
        </p:nvSpPr>
        <p:spPr>
          <a:xfrm>
            <a:off x="2075226" y="6164497"/>
            <a:ext cx="1912984" cy="459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D46756C8-8C03-992D-1A54-4E48A9074EB9}"/>
              </a:ext>
            </a:extLst>
          </p:cNvPr>
          <p:cNvSpPr/>
          <p:nvPr/>
        </p:nvSpPr>
        <p:spPr>
          <a:xfrm>
            <a:off x="4555958" y="5080737"/>
            <a:ext cx="1169387" cy="5418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CCEF43-8D28-E1D1-03CC-60E82989BB5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128452" y="4876331"/>
            <a:ext cx="0" cy="2155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53B8AE-409B-27FD-87B4-8FB1F0F3885C}"/>
              </a:ext>
            </a:extLst>
          </p:cNvPr>
          <p:cNvSpPr txBox="1"/>
          <p:nvPr/>
        </p:nvSpPr>
        <p:spPr>
          <a:xfrm>
            <a:off x="73329" y="10283"/>
            <a:ext cx="291182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PE6.</a:t>
            </a:r>
            <a:r>
              <a:rPr lang="fr-MA"/>
              <a:t> </a:t>
            </a:r>
            <a:r>
              <a:rPr lang="fr-MA" sz="1400" err="1"/>
              <a:t>added</a:t>
            </a:r>
            <a:r>
              <a:rPr lang="fr-MA" sz="1400"/>
              <a:t> relation « supervise » </a:t>
            </a:r>
            <a:r>
              <a:rPr lang="fr-MA" sz="1400" err="1"/>
              <a:t>with</a:t>
            </a:r>
            <a:r>
              <a:rPr lang="fr-MA" sz="1400"/>
              <a:t> </a:t>
            </a:r>
            <a:r>
              <a:rPr lang="fr-MA" sz="1400" err="1"/>
              <a:t>thickened</a:t>
            </a:r>
            <a:r>
              <a:rPr lang="fr-MA" sz="1400"/>
              <a:t>  line </a:t>
            </a:r>
            <a:r>
              <a:rPr lang="fr-MA" sz="1400" err="1"/>
              <a:t>because</a:t>
            </a:r>
            <a:r>
              <a:rPr lang="fr-MA" sz="1400"/>
              <a:t> « </a:t>
            </a:r>
            <a:r>
              <a:rPr lang="fr-MA" sz="1400" err="1"/>
              <a:t>supervised</a:t>
            </a:r>
            <a:r>
              <a:rPr lang="fr-MA" sz="1400"/>
              <a:t> by AT LEAST ONE </a:t>
            </a:r>
            <a:r>
              <a:rPr lang="fr-MA" sz="1400" err="1"/>
              <a:t>academic</a:t>
            </a:r>
            <a:r>
              <a:rPr lang="fr-MA" sz="1400"/>
              <a:t>». </a:t>
            </a:r>
            <a:endParaRPr lang="fr-MA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66B5D4C-3821-F9A2-D38F-7ABFC461C320}"/>
              </a:ext>
            </a:extLst>
          </p:cNvPr>
          <p:cNvSpPr/>
          <p:nvPr/>
        </p:nvSpPr>
        <p:spPr>
          <a:xfrm>
            <a:off x="6909116" y="2560473"/>
            <a:ext cx="1925434" cy="100356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1BE35F-FB05-435C-56A4-F6BD8D4366F0}"/>
              </a:ext>
            </a:extLst>
          </p:cNvPr>
          <p:cNvCxnSpPr>
            <a:endCxn id="4" idx="1"/>
          </p:cNvCxnSpPr>
          <p:nvPr/>
        </p:nvCxnSpPr>
        <p:spPr>
          <a:xfrm>
            <a:off x="5776570" y="3062257"/>
            <a:ext cx="113254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F74461-7229-CF89-7C34-3F6B006DA5BD}"/>
              </a:ext>
            </a:extLst>
          </p:cNvPr>
          <p:cNvCxnSpPr/>
          <p:nvPr/>
        </p:nvCxnSpPr>
        <p:spPr>
          <a:xfrm>
            <a:off x="5776570" y="2916820"/>
            <a:ext cx="1431854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9B8AAA14-4F4A-7FE6-4A47-DA32661025DC}"/>
              </a:ext>
            </a:extLst>
          </p:cNvPr>
          <p:cNvSpPr/>
          <p:nvPr/>
        </p:nvSpPr>
        <p:spPr>
          <a:xfrm>
            <a:off x="183245" y="3642096"/>
            <a:ext cx="2006456" cy="832680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8A342B-0080-E6BB-3E84-3405B932F1B5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1713549" y="4263611"/>
            <a:ext cx="3414903" cy="153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6707DF-4F7F-2E85-4F04-377C9938206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1186473" y="3319610"/>
            <a:ext cx="527077" cy="32248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235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E96E542-FA27-C5A8-4937-21F05EE71E1F}"/>
              </a:ext>
            </a:extLst>
          </p:cNvPr>
          <p:cNvSpPr/>
          <p:nvPr/>
        </p:nvSpPr>
        <p:spPr>
          <a:xfrm>
            <a:off x="2585442" y="1403043"/>
            <a:ext cx="1302438" cy="469616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FC47C-1935-34B8-007E-077950E341A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236661" y="1165961"/>
            <a:ext cx="0" cy="213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4C367B-6A8C-C6C9-CE9B-D0603817EBE0}"/>
              </a:ext>
            </a:extLst>
          </p:cNvPr>
          <p:cNvSpPr/>
          <p:nvPr/>
        </p:nvSpPr>
        <p:spPr>
          <a:xfrm>
            <a:off x="264261" y="2726295"/>
            <a:ext cx="1182600" cy="2913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480BF-7EA9-480E-97E6-C7940A679867}"/>
              </a:ext>
            </a:extLst>
          </p:cNvPr>
          <p:cNvSpPr/>
          <p:nvPr/>
        </p:nvSpPr>
        <p:spPr>
          <a:xfrm>
            <a:off x="1774754" y="2706970"/>
            <a:ext cx="1397554" cy="284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EEF63-B423-8640-1447-6ADD2F7A39C0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1123944" y="1872659"/>
            <a:ext cx="2112717" cy="853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D5866-7308-74A0-DF84-ADA683B2A074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 flipH="1">
            <a:off x="2473531" y="1872659"/>
            <a:ext cx="763130" cy="834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24BB6-0434-C960-8AED-46956E290451}"/>
              </a:ext>
            </a:extLst>
          </p:cNvPr>
          <p:cNvSpPr/>
          <p:nvPr/>
        </p:nvSpPr>
        <p:spPr>
          <a:xfrm>
            <a:off x="2813706" y="4345304"/>
            <a:ext cx="1653760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155614-D172-05B6-F01D-21FFC77E2DB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1596302" y="3646139"/>
            <a:ext cx="689276" cy="7194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AD90A-D1B8-D75F-11F1-2E5277BC0EBC}"/>
              </a:ext>
            </a:extLst>
          </p:cNvPr>
          <p:cNvCxnSpPr>
            <a:cxnSpLocks/>
          </p:cNvCxnSpPr>
          <p:nvPr/>
        </p:nvCxnSpPr>
        <p:spPr>
          <a:xfrm>
            <a:off x="2285578" y="364613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92E69A8-5EFB-6830-6EED-A4D9E085298F}"/>
              </a:ext>
            </a:extLst>
          </p:cNvPr>
          <p:cNvSpPr/>
          <p:nvPr/>
        </p:nvSpPr>
        <p:spPr>
          <a:xfrm>
            <a:off x="1680160" y="3261621"/>
            <a:ext cx="1137704" cy="3879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C55FC4-F98A-CB71-54A7-0C732BAD4BDE}"/>
              </a:ext>
            </a:extLst>
          </p:cNvPr>
          <p:cNvCxnSpPr>
            <a:cxnSpLocks/>
          </p:cNvCxnSpPr>
          <p:nvPr/>
        </p:nvCxnSpPr>
        <p:spPr>
          <a:xfrm flipH="1">
            <a:off x="2229106" y="3001150"/>
            <a:ext cx="213854" cy="281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4430E-9295-3622-C6FF-F4D5F4349E4B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AFA8E3-74A5-A415-C0DC-6B83CF1DBE64}"/>
              </a:ext>
            </a:extLst>
          </p:cNvPr>
          <p:cNvSpPr/>
          <p:nvPr/>
        </p:nvSpPr>
        <p:spPr>
          <a:xfrm>
            <a:off x="670816" y="4365567"/>
            <a:ext cx="1850971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66B5D4C-3821-F9A2-D38F-7ABFC461C320}"/>
              </a:ext>
            </a:extLst>
          </p:cNvPr>
          <p:cNvSpPr/>
          <p:nvPr/>
        </p:nvSpPr>
        <p:spPr>
          <a:xfrm>
            <a:off x="3671498" y="2586342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1BE35F-FB05-435C-56A4-F6BD8D4366F0}"/>
              </a:ext>
            </a:extLst>
          </p:cNvPr>
          <p:cNvCxnSpPr>
            <a:cxnSpLocks/>
          </p:cNvCxnSpPr>
          <p:nvPr/>
        </p:nvCxnSpPr>
        <p:spPr>
          <a:xfrm>
            <a:off x="3189544" y="2871972"/>
            <a:ext cx="6956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F74461-7229-CF89-7C34-3F6B006DA5BD}"/>
              </a:ext>
            </a:extLst>
          </p:cNvPr>
          <p:cNvCxnSpPr>
            <a:cxnSpLocks/>
          </p:cNvCxnSpPr>
          <p:nvPr/>
        </p:nvCxnSpPr>
        <p:spPr>
          <a:xfrm>
            <a:off x="3172308" y="2784378"/>
            <a:ext cx="712843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9B8AAA14-4F4A-7FE6-4A47-DA32661025DC}"/>
              </a:ext>
            </a:extLst>
          </p:cNvPr>
          <p:cNvSpPr/>
          <p:nvPr/>
        </p:nvSpPr>
        <p:spPr>
          <a:xfrm>
            <a:off x="-109294" y="3405402"/>
            <a:ext cx="1618395" cy="707522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8A342B-0080-E6BB-3E84-3405B932F1B5}"/>
              </a:ext>
            </a:extLst>
          </p:cNvPr>
          <p:cNvCxnSpPr>
            <a:cxnSpLocks/>
          </p:cNvCxnSpPr>
          <p:nvPr/>
        </p:nvCxnSpPr>
        <p:spPr>
          <a:xfrm flipH="1" flipV="1">
            <a:off x="701243" y="4117778"/>
            <a:ext cx="2471065" cy="2270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6707DF-4F7F-2E85-4F04-377C9938206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99904" y="3017649"/>
            <a:ext cx="155657" cy="3879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6203C52-308C-4A07-1A08-517AB33EF64B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38F5C74-4FF5-731D-581A-99C9736D5E06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CDCF2BF-34CC-90A2-9CE0-3242FD9562A6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7FAF9E2-BCC3-DF82-C1A3-E1144B0D9AA0}"/>
              </a:ext>
            </a:extLst>
          </p:cNvPr>
          <p:cNvSpPr txBox="1"/>
          <p:nvPr/>
        </p:nvSpPr>
        <p:spPr>
          <a:xfrm>
            <a:off x="26766" y="33832"/>
            <a:ext cx="291182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LA1</a:t>
            </a:r>
            <a:r>
              <a:rPr lang="fr-MA"/>
              <a:t>. </a:t>
            </a:r>
            <a:r>
              <a:rPr lang="fr-MA" sz="1400" err="1"/>
              <a:t>added</a:t>
            </a:r>
            <a:r>
              <a:rPr lang="fr-MA" sz="1400"/>
              <a:t> « </a:t>
            </a:r>
            <a:r>
              <a:rPr lang="fr-MA" sz="1400" err="1"/>
              <a:t>laboratory</a:t>
            </a:r>
            <a:r>
              <a:rPr lang="fr-MA" sz="1400"/>
              <a:t> » </a:t>
            </a:r>
            <a:r>
              <a:rPr lang="fr-MA" sz="1400" err="1"/>
              <a:t>entity</a:t>
            </a:r>
            <a:r>
              <a:rPr lang="fr-MA" sz="1400"/>
              <a:t> </a:t>
            </a:r>
            <a:r>
              <a:rPr lang="fr-MA" sz="1400" err="1"/>
              <a:t>with</a:t>
            </a:r>
            <a:r>
              <a:rPr lang="fr-MA" sz="1400"/>
              <a:t> </a:t>
            </a:r>
            <a:r>
              <a:rPr lang="fr-MA" sz="1400" err="1"/>
              <a:t>its</a:t>
            </a:r>
            <a:r>
              <a:rPr lang="fr-MA" sz="1400"/>
              <a:t> key </a:t>
            </a:r>
            <a:r>
              <a:rPr lang="fr-MA" sz="1400" err="1"/>
              <a:t>attribute</a:t>
            </a:r>
            <a:r>
              <a:rPr lang="fr-MA" sz="1400"/>
              <a:t>.</a:t>
            </a:r>
            <a:endParaRPr lang="fr-M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3896B-0CEE-2F42-8FA0-C7495D49BF16}"/>
              </a:ext>
            </a:extLst>
          </p:cNvPr>
          <p:cNvSpPr/>
          <p:nvPr/>
        </p:nvSpPr>
        <p:spPr>
          <a:xfrm>
            <a:off x="149342" y="5556565"/>
            <a:ext cx="1174950" cy="2913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CE6DCD-6032-C77E-6B22-753FADEA5F47}"/>
              </a:ext>
            </a:extLst>
          </p:cNvPr>
          <p:cNvSpPr/>
          <p:nvPr/>
        </p:nvSpPr>
        <p:spPr>
          <a:xfrm>
            <a:off x="1453807" y="5578957"/>
            <a:ext cx="1653759" cy="252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717D8FC-3EF6-D0BE-DCD2-0377F5EE3F94}"/>
              </a:ext>
            </a:extLst>
          </p:cNvPr>
          <p:cNvCxnSpPr>
            <a:cxnSpLocks/>
          </p:cNvCxnSpPr>
          <p:nvPr/>
        </p:nvCxnSpPr>
        <p:spPr>
          <a:xfrm flipH="1">
            <a:off x="839678" y="5120231"/>
            <a:ext cx="1209976" cy="4456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788CF24-8CD8-6AC7-55BD-AA851CD67A9E}"/>
              </a:ext>
            </a:extLst>
          </p:cNvPr>
          <p:cNvCxnSpPr>
            <a:cxnSpLocks/>
          </p:cNvCxnSpPr>
          <p:nvPr/>
        </p:nvCxnSpPr>
        <p:spPr>
          <a:xfrm>
            <a:off x="2049653" y="5096858"/>
            <a:ext cx="145033" cy="493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8C0D057D-8DC3-0A35-46D4-BD630221C27B}"/>
              </a:ext>
            </a:extLst>
          </p:cNvPr>
          <p:cNvSpPr/>
          <p:nvPr/>
        </p:nvSpPr>
        <p:spPr>
          <a:xfrm>
            <a:off x="1446861" y="4832227"/>
            <a:ext cx="1205585" cy="28800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A7301BC-4A9E-686E-D91C-521788F58D83}"/>
              </a:ext>
            </a:extLst>
          </p:cNvPr>
          <p:cNvCxnSpPr>
            <a:cxnSpLocks/>
          </p:cNvCxnSpPr>
          <p:nvPr/>
        </p:nvCxnSpPr>
        <p:spPr>
          <a:xfrm>
            <a:off x="1774754" y="4639346"/>
            <a:ext cx="274900" cy="192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900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E96E542-FA27-C5A8-4937-21F05EE71E1F}"/>
              </a:ext>
            </a:extLst>
          </p:cNvPr>
          <p:cNvSpPr/>
          <p:nvPr/>
        </p:nvSpPr>
        <p:spPr>
          <a:xfrm>
            <a:off x="2585442" y="1403043"/>
            <a:ext cx="1302438" cy="469616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FC47C-1935-34B8-007E-077950E341A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236661" y="1165961"/>
            <a:ext cx="0" cy="213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4C367B-6A8C-C6C9-CE9B-D0603817EBE0}"/>
              </a:ext>
            </a:extLst>
          </p:cNvPr>
          <p:cNvSpPr/>
          <p:nvPr/>
        </p:nvSpPr>
        <p:spPr>
          <a:xfrm>
            <a:off x="264261" y="2726295"/>
            <a:ext cx="1182600" cy="2913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480BF-7EA9-480E-97E6-C7940A679867}"/>
              </a:ext>
            </a:extLst>
          </p:cNvPr>
          <p:cNvSpPr/>
          <p:nvPr/>
        </p:nvSpPr>
        <p:spPr>
          <a:xfrm>
            <a:off x="1774754" y="2706970"/>
            <a:ext cx="1397554" cy="284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EEF63-B423-8640-1447-6ADD2F7A39C0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1123944" y="1872659"/>
            <a:ext cx="2112717" cy="853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D5866-7308-74A0-DF84-ADA683B2A074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 flipH="1">
            <a:off x="2473531" y="1872659"/>
            <a:ext cx="763130" cy="834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24BB6-0434-C960-8AED-46956E290451}"/>
              </a:ext>
            </a:extLst>
          </p:cNvPr>
          <p:cNvSpPr/>
          <p:nvPr/>
        </p:nvSpPr>
        <p:spPr>
          <a:xfrm>
            <a:off x="2813706" y="4345304"/>
            <a:ext cx="1653760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155614-D172-05B6-F01D-21FFC77E2DB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1596302" y="3646139"/>
            <a:ext cx="689276" cy="7194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AD90A-D1B8-D75F-11F1-2E5277BC0EBC}"/>
              </a:ext>
            </a:extLst>
          </p:cNvPr>
          <p:cNvCxnSpPr>
            <a:cxnSpLocks/>
          </p:cNvCxnSpPr>
          <p:nvPr/>
        </p:nvCxnSpPr>
        <p:spPr>
          <a:xfrm>
            <a:off x="2285578" y="364613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92E69A8-5EFB-6830-6EED-A4D9E085298F}"/>
              </a:ext>
            </a:extLst>
          </p:cNvPr>
          <p:cNvSpPr/>
          <p:nvPr/>
        </p:nvSpPr>
        <p:spPr>
          <a:xfrm>
            <a:off x="1680160" y="3261621"/>
            <a:ext cx="1137704" cy="3879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C55FC4-F98A-CB71-54A7-0C732BAD4BDE}"/>
              </a:ext>
            </a:extLst>
          </p:cNvPr>
          <p:cNvCxnSpPr>
            <a:cxnSpLocks/>
          </p:cNvCxnSpPr>
          <p:nvPr/>
        </p:nvCxnSpPr>
        <p:spPr>
          <a:xfrm flipH="1">
            <a:off x="2229106" y="3001150"/>
            <a:ext cx="213854" cy="281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4430E-9295-3622-C6FF-F4D5F4349E4B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AFA8E3-74A5-A415-C0DC-6B83CF1DBE64}"/>
              </a:ext>
            </a:extLst>
          </p:cNvPr>
          <p:cNvSpPr/>
          <p:nvPr/>
        </p:nvSpPr>
        <p:spPr>
          <a:xfrm>
            <a:off x="670816" y="4365567"/>
            <a:ext cx="1850971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28DFAED-9500-FDAE-29BF-706260660CB1}"/>
              </a:ext>
            </a:extLst>
          </p:cNvPr>
          <p:cNvSpPr/>
          <p:nvPr/>
        </p:nvSpPr>
        <p:spPr>
          <a:xfrm>
            <a:off x="149342" y="5556565"/>
            <a:ext cx="1174950" cy="2913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66B5D4C-3821-F9A2-D38F-7ABFC461C320}"/>
              </a:ext>
            </a:extLst>
          </p:cNvPr>
          <p:cNvSpPr/>
          <p:nvPr/>
        </p:nvSpPr>
        <p:spPr>
          <a:xfrm>
            <a:off x="3671498" y="2586342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1BE35F-FB05-435C-56A4-F6BD8D4366F0}"/>
              </a:ext>
            </a:extLst>
          </p:cNvPr>
          <p:cNvCxnSpPr>
            <a:cxnSpLocks/>
          </p:cNvCxnSpPr>
          <p:nvPr/>
        </p:nvCxnSpPr>
        <p:spPr>
          <a:xfrm>
            <a:off x="3189544" y="2871972"/>
            <a:ext cx="6956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F74461-7229-CF89-7C34-3F6B006DA5BD}"/>
              </a:ext>
            </a:extLst>
          </p:cNvPr>
          <p:cNvCxnSpPr>
            <a:cxnSpLocks/>
          </p:cNvCxnSpPr>
          <p:nvPr/>
        </p:nvCxnSpPr>
        <p:spPr>
          <a:xfrm>
            <a:off x="3172308" y="2784378"/>
            <a:ext cx="712843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9B8AAA14-4F4A-7FE6-4A47-DA32661025DC}"/>
              </a:ext>
            </a:extLst>
          </p:cNvPr>
          <p:cNvSpPr/>
          <p:nvPr/>
        </p:nvSpPr>
        <p:spPr>
          <a:xfrm>
            <a:off x="-109294" y="3405402"/>
            <a:ext cx="1618395" cy="707522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8A342B-0080-E6BB-3E84-3405B932F1B5}"/>
              </a:ext>
            </a:extLst>
          </p:cNvPr>
          <p:cNvCxnSpPr>
            <a:cxnSpLocks/>
          </p:cNvCxnSpPr>
          <p:nvPr/>
        </p:nvCxnSpPr>
        <p:spPr>
          <a:xfrm flipH="1" flipV="1">
            <a:off x="701243" y="4117778"/>
            <a:ext cx="2471065" cy="2270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6707DF-4F7F-2E85-4F04-377C9938206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99904" y="3017649"/>
            <a:ext cx="155657" cy="3879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6203C52-308C-4A07-1A08-517AB33EF64B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38F5C74-4FF5-731D-581A-99C9736D5E06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CDCF2BF-34CC-90A2-9CE0-3242FD9562A6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A82B8974-5661-8557-72A0-CB0509F0022D}"/>
              </a:ext>
            </a:extLst>
          </p:cNvPr>
          <p:cNvSpPr/>
          <p:nvPr/>
        </p:nvSpPr>
        <p:spPr>
          <a:xfrm>
            <a:off x="5800013" y="2170537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2678F-6DFC-79B6-8B97-466895981831}"/>
              </a:ext>
            </a:extLst>
          </p:cNvPr>
          <p:cNvSpPr/>
          <p:nvPr/>
        </p:nvSpPr>
        <p:spPr>
          <a:xfrm>
            <a:off x="5773082" y="3892892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194B2A7-5E91-34F9-C47D-A1BCE3DFD417}"/>
              </a:ext>
            </a:extLst>
          </p:cNvPr>
          <p:cNvCxnSpPr>
            <a:cxnSpLocks/>
          </p:cNvCxnSpPr>
          <p:nvPr/>
        </p:nvCxnSpPr>
        <p:spPr>
          <a:xfrm flipH="1">
            <a:off x="6921661" y="1212310"/>
            <a:ext cx="1764026" cy="10563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9AFAAF3-25F9-DD42-95CC-2312FF57FC33}"/>
              </a:ext>
            </a:extLst>
          </p:cNvPr>
          <p:cNvSpPr txBox="1"/>
          <p:nvPr/>
        </p:nvSpPr>
        <p:spPr>
          <a:xfrm>
            <a:off x="119893" y="56303"/>
            <a:ext cx="4433571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LA2.</a:t>
            </a:r>
            <a:r>
              <a:rPr lang="fr-MA"/>
              <a:t> </a:t>
            </a:r>
            <a:r>
              <a:rPr lang="fr-MA" sz="1400" err="1"/>
              <a:t>added</a:t>
            </a:r>
            <a:r>
              <a:rPr lang="fr-MA" sz="1400"/>
              <a:t> « hosts» relation </a:t>
            </a:r>
            <a:r>
              <a:rPr lang="fr-MA" sz="1400" err="1"/>
              <a:t>with</a:t>
            </a:r>
            <a:r>
              <a:rPr lang="fr-MA" sz="1400"/>
              <a:t> « </a:t>
            </a:r>
            <a:r>
              <a:rPr lang="fr-MA" sz="1400" err="1"/>
              <a:t>equipement</a:t>
            </a:r>
            <a:r>
              <a:rPr lang="fr-MA" sz="1400"/>
              <a:t> unit. </a:t>
            </a:r>
            <a:r>
              <a:rPr lang="fr-MA" sz="1400" err="1"/>
              <a:t>Laboratory</a:t>
            </a:r>
            <a:r>
              <a:rPr lang="fr-MA" sz="1400"/>
              <a:t> can host ZERO-to-MANY </a:t>
            </a:r>
            <a:r>
              <a:rPr lang="fr-MA" sz="1400" err="1"/>
              <a:t>equip</a:t>
            </a:r>
            <a:r>
              <a:rPr lang="fr-MA" sz="1400"/>
              <a:t>. </a:t>
            </a:r>
            <a:r>
              <a:rPr lang="fr-MA" sz="1400" err="1"/>
              <a:t>Units</a:t>
            </a:r>
            <a:r>
              <a:rPr lang="fr-MA" sz="1400"/>
              <a:t>. </a:t>
            </a:r>
            <a:r>
              <a:rPr lang="fr-MA" sz="1400" err="1"/>
              <a:t>Equip</a:t>
            </a:r>
            <a:r>
              <a:rPr lang="fr-MA" sz="1400"/>
              <a:t>. Unit can ONLY </a:t>
            </a:r>
            <a:r>
              <a:rPr lang="fr-MA" sz="1400" err="1"/>
              <a:t>be</a:t>
            </a:r>
            <a:r>
              <a:rPr lang="fr-MA" sz="1400"/>
              <a:t> </a:t>
            </a:r>
            <a:r>
              <a:rPr lang="fr-MA" sz="1400" err="1"/>
              <a:t>hosted</a:t>
            </a:r>
            <a:r>
              <a:rPr lang="fr-MA" sz="1400"/>
              <a:t> by ONE </a:t>
            </a:r>
            <a:r>
              <a:rPr lang="fr-MA" sz="1400" err="1"/>
              <a:t>laboratory</a:t>
            </a:r>
            <a:endParaRPr lang="fr-MA" err="1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E170C38-4978-AC34-91B5-5E53CF94E359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6605617" y="2726295"/>
            <a:ext cx="398270" cy="116659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5083227C-E30F-1822-5D3F-4E62FD9B1301}"/>
              </a:ext>
            </a:extLst>
          </p:cNvPr>
          <p:cNvSpPr/>
          <p:nvPr/>
        </p:nvSpPr>
        <p:spPr>
          <a:xfrm>
            <a:off x="1453807" y="5578957"/>
            <a:ext cx="1653759" cy="252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02C7284-9663-C51E-0550-3D633C09A270}"/>
              </a:ext>
            </a:extLst>
          </p:cNvPr>
          <p:cNvCxnSpPr>
            <a:cxnSpLocks/>
          </p:cNvCxnSpPr>
          <p:nvPr/>
        </p:nvCxnSpPr>
        <p:spPr>
          <a:xfrm flipH="1">
            <a:off x="839678" y="5120231"/>
            <a:ext cx="1209976" cy="4456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D1408EA-300C-5EDF-99B3-B8BB0DAC4124}"/>
              </a:ext>
            </a:extLst>
          </p:cNvPr>
          <p:cNvCxnSpPr>
            <a:cxnSpLocks/>
          </p:cNvCxnSpPr>
          <p:nvPr/>
        </p:nvCxnSpPr>
        <p:spPr>
          <a:xfrm>
            <a:off x="2049653" y="5096858"/>
            <a:ext cx="145033" cy="493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F447C931-53A8-DD52-BC39-27CB81427D59}"/>
              </a:ext>
            </a:extLst>
          </p:cNvPr>
          <p:cNvSpPr/>
          <p:nvPr/>
        </p:nvSpPr>
        <p:spPr>
          <a:xfrm>
            <a:off x="1446861" y="4832227"/>
            <a:ext cx="1205585" cy="28800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A514B2B-FC07-2F1B-789E-F59F6224B5E8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1774754" y="4639346"/>
            <a:ext cx="274900" cy="192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6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E96E542-FA27-C5A8-4937-21F05EE71E1F}"/>
              </a:ext>
            </a:extLst>
          </p:cNvPr>
          <p:cNvSpPr/>
          <p:nvPr/>
        </p:nvSpPr>
        <p:spPr>
          <a:xfrm>
            <a:off x="2585442" y="1403043"/>
            <a:ext cx="1302438" cy="469616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FC47C-1935-34B8-007E-077950E341A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236661" y="1165961"/>
            <a:ext cx="0" cy="213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4C367B-6A8C-C6C9-CE9B-D0603817EBE0}"/>
              </a:ext>
            </a:extLst>
          </p:cNvPr>
          <p:cNvSpPr/>
          <p:nvPr/>
        </p:nvSpPr>
        <p:spPr>
          <a:xfrm>
            <a:off x="264261" y="2726295"/>
            <a:ext cx="1182600" cy="2913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480BF-7EA9-480E-97E6-C7940A679867}"/>
              </a:ext>
            </a:extLst>
          </p:cNvPr>
          <p:cNvSpPr/>
          <p:nvPr/>
        </p:nvSpPr>
        <p:spPr>
          <a:xfrm>
            <a:off x="1774754" y="2706970"/>
            <a:ext cx="1397554" cy="284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EEF63-B423-8640-1447-6ADD2F7A39C0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1123944" y="1872659"/>
            <a:ext cx="2112717" cy="853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D5866-7308-74A0-DF84-ADA683B2A074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 flipH="1">
            <a:off x="2473531" y="1872659"/>
            <a:ext cx="763130" cy="834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24BB6-0434-C960-8AED-46956E290451}"/>
              </a:ext>
            </a:extLst>
          </p:cNvPr>
          <p:cNvSpPr/>
          <p:nvPr/>
        </p:nvSpPr>
        <p:spPr>
          <a:xfrm>
            <a:off x="2813706" y="4345304"/>
            <a:ext cx="1653760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155614-D172-05B6-F01D-21FFC77E2DB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1596302" y="3646139"/>
            <a:ext cx="689276" cy="7194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AD90A-D1B8-D75F-11F1-2E5277BC0EBC}"/>
              </a:ext>
            </a:extLst>
          </p:cNvPr>
          <p:cNvCxnSpPr>
            <a:cxnSpLocks/>
          </p:cNvCxnSpPr>
          <p:nvPr/>
        </p:nvCxnSpPr>
        <p:spPr>
          <a:xfrm>
            <a:off x="2285578" y="364613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92E69A8-5EFB-6830-6EED-A4D9E085298F}"/>
              </a:ext>
            </a:extLst>
          </p:cNvPr>
          <p:cNvSpPr/>
          <p:nvPr/>
        </p:nvSpPr>
        <p:spPr>
          <a:xfrm>
            <a:off x="1680160" y="3261621"/>
            <a:ext cx="1137704" cy="3879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C55FC4-F98A-CB71-54A7-0C732BAD4BDE}"/>
              </a:ext>
            </a:extLst>
          </p:cNvPr>
          <p:cNvCxnSpPr>
            <a:cxnSpLocks/>
          </p:cNvCxnSpPr>
          <p:nvPr/>
        </p:nvCxnSpPr>
        <p:spPr>
          <a:xfrm flipH="1">
            <a:off x="2229106" y="3001150"/>
            <a:ext cx="213854" cy="281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4430E-9295-3622-C6FF-F4D5F4349E4B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AFA8E3-74A5-A415-C0DC-6B83CF1DBE64}"/>
              </a:ext>
            </a:extLst>
          </p:cNvPr>
          <p:cNvSpPr/>
          <p:nvPr/>
        </p:nvSpPr>
        <p:spPr>
          <a:xfrm>
            <a:off x="670816" y="4365567"/>
            <a:ext cx="1850971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33B8D9-DA70-3472-26DB-819DD121BF77}"/>
              </a:ext>
            </a:extLst>
          </p:cNvPr>
          <p:cNvSpPr/>
          <p:nvPr/>
        </p:nvSpPr>
        <p:spPr>
          <a:xfrm>
            <a:off x="1345335" y="5659855"/>
            <a:ext cx="1653759" cy="252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CCB0054-6387-4814-0205-53F03F4FCE46}"/>
              </a:ext>
            </a:extLst>
          </p:cNvPr>
          <p:cNvCxnSpPr>
            <a:cxnSpLocks/>
          </p:cNvCxnSpPr>
          <p:nvPr/>
        </p:nvCxnSpPr>
        <p:spPr>
          <a:xfrm flipH="1">
            <a:off x="731206" y="5201129"/>
            <a:ext cx="1209976" cy="4456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D6975D-1E23-97C5-3F0B-EFC5AB88DF59}"/>
              </a:ext>
            </a:extLst>
          </p:cNvPr>
          <p:cNvCxnSpPr>
            <a:cxnSpLocks/>
          </p:cNvCxnSpPr>
          <p:nvPr/>
        </p:nvCxnSpPr>
        <p:spPr>
          <a:xfrm>
            <a:off x="1941181" y="5177756"/>
            <a:ext cx="145033" cy="493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28DFAED-9500-FDAE-29BF-706260660CB1}"/>
              </a:ext>
            </a:extLst>
          </p:cNvPr>
          <p:cNvSpPr/>
          <p:nvPr/>
        </p:nvSpPr>
        <p:spPr>
          <a:xfrm>
            <a:off x="21433" y="5671206"/>
            <a:ext cx="1174950" cy="2913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D46756C8-8C03-992D-1A54-4E48A9074EB9}"/>
              </a:ext>
            </a:extLst>
          </p:cNvPr>
          <p:cNvSpPr/>
          <p:nvPr/>
        </p:nvSpPr>
        <p:spPr>
          <a:xfrm>
            <a:off x="1338389" y="4913125"/>
            <a:ext cx="1205585" cy="28800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CCEF43-8D28-E1D1-03CC-60E82989BB57}"/>
              </a:ext>
            </a:extLst>
          </p:cNvPr>
          <p:cNvCxnSpPr>
            <a:cxnSpLocks/>
          </p:cNvCxnSpPr>
          <p:nvPr/>
        </p:nvCxnSpPr>
        <p:spPr>
          <a:xfrm>
            <a:off x="1774754" y="4639346"/>
            <a:ext cx="214824" cy="308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Diamond 3">
            <a:extLst>
              <a:ext uri="{FF2B5EF4-FFF2-40B4-BE49-F238E27FC236}">
                <a16:creationId xmlns:a16="http://schemas.microsoft.com/office/drawing/2014/main" id="{066B5D4C-3821-F9A2-D38F-7ABFC461C320}"/>
              </a:ext>
            </a:extLst>
          </p:cNvPr>
          <p:cNvSpPr/>
          <p:nvPr/>
        </p:nvSpPr>
        <p:spPr>
          <a:xfrm>
            <a:off x="3671498" y="2586342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1BE35F-FB05-435C-56A4-F6BD8D4366F0}"/>
              </a:ext>
            </a:extLst>
          </p:cNvPr>
          <p:cNvCxnSpPr>
            <a:cxnSpLocks/>
          </p:cNvCxnSpPr>
          <p:nvPr/>
        </p:nvCxnSpPr>
        <p:spPr>
          <a:xfrm>
            <a:off x="3189544" y="2871972"/>
            <a:ext cx="6956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F74461-7229-CF89-7C34-3F6B006DA5BD}"/>
              </a:ext>
            </a:extLst>
          </p:cNvPr>
          <p:cNvCxnSpPr>
            <a:cxnSpLocks/>
          </p:cNvCxnSpPr>
          <p:nvPr/>
        </p:nvCxnSpPr>
        <p:spPr>
          <a:xfrm>
            <a:off x="3172308" y="2784378"/>
            <a:ext cx="712843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9B8AAA14-4F4A-7FE6-4A47-DA32661025DC}"/>
              </a:ext>
            </a:extLst>
          </p:cNvPr>
          <p:cNvSpPr/>
          <p:nvPr/>
        </p:nvSpPr>
        <p:spPr>
          <a:xfrm>
            <a:off x="-109294" y="3405402"/>
            <a:ext cx="1618395" cy="707522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8A342B-0080-E6BB-3E84-3405B932F1B5}"/>
              </a:ext>
            </a:extLst>
          </p:cNvPr>
          <p:cNvCxnSpPr>
            <a:cxnSpLocks/>
          </p:cNvCxnSpPr>
          <p:nvPr/>
        </p:nvCxnSpPr>
        <p:spPr>
          <a:xfrm flipH="1" flipV="1">
            <a:off x="701243" y="4117778"/>
            <a:ext cx="2471065" cy="2270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6707DF-4F7F-2E85-4F04-377C9938206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99904" y="3017649"/>
            <a:ext cx="155657" cy="3879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6203C52-308C-4A07-1A08-517AB33EF64B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38F5C74-4FF5-731D-581A-99C9736D5E06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CDCF2BF-34CC-90A2-9CE0-3242FD9562A6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A82B8974-5661-8557-72A0-CB0509F0022D}"/>
              </a:ext>
            </a:extLst>
          </p:cNvPr>
          <p:cNvSpPr/>
          <p:nvPr/>
        </p:nvSpPr>
        <p:spPr>
          <a:xfrm>
            <a:off x="5800013" y="2170537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2678F-6DFC-79B6-8B97-466895981831}"/>
              </a:ext>
            </a:extLst>
          </p:cNvPr>
          <p:cNvSpPr/>
          <p:nvPr/>
        </p:nvSpPr>
        <p:spPr>
          <a:xfrm>
            <a:off x="5773082" y="3892892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194B2A7-5E91-34F9-C47D-A1BCE3DFD417}"/>
              </a:ext>
            </a:extLst>
          </p:cNvPr>
          <p:cNvCxnSpPr>
            <a:cxnSpLocks/>
          </p:cNvCxnSpPr>
          <p:nvPr/>
        </p:nvCxnSpPr>
        <p:spPr>
          <a:xfrm flipH="1">
            <a:off x="6921661" y="1212310"/>
            <a:ext cx="1764026" cy="10563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9AFAAF3-25F9-DD42-95CC-2312FF57FC33}"/>
              </a:ext>
            </a:extLst>
          </p:cNvPr>
          <p:cNvSpPr txBox="1"/>
          <p:nvPr/>
        </p:nvSpPr>
        <p:spPr>
          <a:xfrm>
            <a:off x="119893" y="56303"/>
            <a:ext cx="4433571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LA3</a:t>
            </a:r>
            <a:r>
              <a:rPr lang="fr-MA" sz="1400"/>
              <a:t>. </a:t>
            </a:r>
            <a:r>
              <a:rPr lang="fr-MA" sz="1400" err="1"/>
              <a:t>added</a:t>
            </a:r>
            <a:r>
              <a:rPr lang="fr-MA" sz="1400"/>
              <a:t> « </a:t>
            </a:r>
            <a:r>
              <a:rPr lang="fr-MA" sz="1400" err="1"/>
              <a:t>attached</a:t>
            </a:r>
            <a:r>
              <a:rPr lang="fr-MA" sz="1400"/>
              <a:t> » relation. Person can </a:t>
            </a:r>
            <a:r>
              <a:rPr lang="fr-MA" sz="1400" err="1"/>
              <a:t>be</a:t>
            </a:r>
            <a:r>
              <a:rPr lang="fr-MA" sz="1400"/>
              <a:t> </a:t>
            </a:r>
            <a:r>
              <a:rPr lang="fr-MA" sz="1400" err="1"/>
              <a:t>attached</a:t>
            </a:r>
            <a:r>
              <a:rPr lang="fr-MA" sz="1400"/>
              <a:t> to multiple </a:t>
            </a:r>
            <a:r>
              <a:rPr lang="fr-MA" sz="1400" err="1"/>
              <a:t>labs</a:t>
            </a:r>
            <a:r>
              <a:rPr lang="fr-MA" sz="1400"/>
              <a:t>. At least one </a:t>
            </a:r>
            <a:r>
              <a:rPr lang="fr-MA" sz="1400" err="1"/>
              <a:t>person</a:t>
            </a:r>
            <a:r>
              <a:rPr lang="fr-MA" sz="1400"/>
              <a:t> </a:t>
            </a:r>
            <a:r>
              <a:rPr lang="fr-MA" sz="1400" err="1"/>
              <a:t>is</a:t>
            </a:r>
            <a:r>
              <a:rPr lang="fr-MA" sz="1400"/>
              <a:t> </a:t>
            </a:r>
            <a:r>
              <a:rPr lang="fr-MA" sz="1400" err="1"/>
              <a:t>attached</a:t>
            </a:r>
            <a:r>
              <a:rPr lang="fr-MA" sz="1400"/>
              <a:t> to lab.</a:t>
            </a:r>
            <a:endParaRPr lang="fr-MA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E170C38-4978-AC34-91B5-5E53CF94E359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6605617" y="2726295"/>
            <a:ext cx="398270" cy="116659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CDCB0471-E961-4624-722E-DAEA37DA7E51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C33FEB-DCD6-9DC1-44BF-D404811236D8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0B92C4-27A1-212E-D5C8-1796EE65A234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806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E96E542-FA27-C5A8-4937-21F05EE71E1F}"/>
              </a:ext>
            </a:extLst>
          </p:cNvPr>
          <p:cNvSpPr/>
          <p:nvPr/>
        </p:nvSpPr>
        <p:spPr>
          <a:xfrm>
            <a:off x="2585442" y="1403043"/>
            <a:ext cx="1302438" cy="469616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FC47C-1935-34B8-007E-077950E341A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236661" y="1165961"/>
            <a:ext cx="0" cy="213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4C367B-6A8C-C6C9-CE9B-D0603817EBE0}"/>
              </a:ext>
            </a:extLst>
          </p:cNvPr>
          <p:cNvSpPr/>
          <p:nvPr/>
        </p:nvSpPr>
        <p:spPr>
          <a:xfrm>
            <a:off x="264261" y="2726295"/>
            <a:ext cx="1182600" cy="2913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480BF-7EA9-480E-97E6-C7940A679867}"/>
              </a:ext>
            </a:extLst>
          </p:cNvPr>
          <p:cNvSpPr/>
          <p:nvPr/>
        </p:nvSpPr>
        <p:spPr>
          <a:xfrm>
            <a:off x="1774754" y="2706970"/>
            <a:ext cx="1397554" cy="284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EEF63-B423-8640-1447-6ADD2F7A39C0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1123944" y="1872659"/>
            <a:ext cx="2112717" cy="853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D5866-7308-74A0-DF84-ADA683B2A074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 flipH="1">
            <a:off x="2473531" y="1872659"/>
            <a:ext cx="763130" cy="834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24BB6-0434-C960-8AED-46956E290451}"/>
              </a:ext>
            </a:extLst>
          </p:cNvPr>
          <p:cNvSpPr/>
          <p:nvPr/>
        </p:nvSpPr>
        <p:spPr>
          <a:xfrm>
            <a:off x="2813706" y="4345304"/>
            <a:ext cx="1653760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155614-D172-05B6-F01D-21FFC77E2DB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1596302" y="3646139"/>
            <a:ext cx="689276" cy="7194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AD90A-D1B8-D75F-11F1-2E5277BC0EBC}"/>
              </a:ext>
            </a:extLst>
          </p:cNvPr>
          <p:cNvCxnSpPr>
            <a:cxnSpLocks/>
          </p:cNvCxnSpPr>
          <p:nvPr/>
        </p:nvCxnSpPr>
        <p:spPr>
          <a:xfrm>
            <a:off x="2285578" y="364613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92E69A8-5EFB-6830-6EED-A4D9E085298F}"/>
              </a:ext>
            </a:extLst>
          </p:cNvPr>
          <p:cNvSpPr/>
          <p:nvPr/>
        </p:nvSpPr>
        <p:spPr>
          <a:xfrm>
            <a:off x="1680160" y="3261621"/>
            <a:ext cx="1137704" cy="3879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C55FC4-F98A-CB71-54A7-0C732BAD4BDE}"/>
              </a:ext>
            </a:extLst>
          </p:cNvPr>
          <p:cNvCxnSpPr>
            <a:cxnSpLocks/>
          </p:cNvCxnSpPr>
          <p:nvPr/>
        </p:nvCxnSpPr>
        <p:spPr>
          <a:xfrm flipH="1">
            <a:off x="2229106" y="3001150"/>
            <a:ext cx="213854" cy="281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4430E-9295-3622-C6FF-F4D5F4349E4B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AFA8E3-74A5-A415-C0DC-6B83CF1DBE64}"/>
              </a:ext>
            </a:extLst>
          </p:cNvPr>
          <p:cNvSpPr/>
          <p:nvPr/>
        </p:nvSpPr>
        <p:spPr>
          <a:xfrm>
            <a:off x="670816" y="4365567"/>
            <a:ext cx="1850971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66B5D4C-3821-F9A2-D38F-7ABFC461C320}"/>
              </a:ext>
            </a:extLst>
          </p:cNvPr>
          <p:cNvSpPr/>
          <p:nvPr/>
        </p:nvSpPr>
        <p:spPr>
          <a:xfrm>
            <a:off x="3671498" y="2586342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1BE35F-FB05-435C-56A4-F6BD8D4366F0}"/>
              </a:ext>
            </a:extLst>
          </p:cNvPr>
          <p:cNvCxnSpPr>
            <a:cxnSpLocks/>
          </p:cNvCxnSpPr>
          <p:nvPr/>
        </p:nvCxnSpPr>
        <p:spPr>
          <a:xfrm>
            <a:off x="3189544" y="2871972"/>
            <a:ext cx="6956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F74461-7229-CF89-7C34-3F6B006DA5BD}"/>
              </a:ext>
            </a:extLst>
          </p:cNvPr>
          <p:cNvCxnSpPr>
            <a:cxnSpLocks/>
          </p:cNvCxnSpPr>
          <p:nvPr/>
        </p:nvCxnSpPr>
        <p:spPr>
          <a:xfrm>
            <a:off x="3172308" y="2784378"/>
            <a:ext cx="712843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9B8AAA14-4F4A-7FE6-4A47-DA32661025DC}"/>
              </a:ext>
            </a:extLst>
          </p:cNvPr>
          <p:cNvSpPr/>
          <p:nvPr/>
        </p:nvSpPr>
        <p:spPr>
          <a:xfrm>
            <a:off x="-109294" y="3405402"/>
            <a:ext cx="1618395" cy="707522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8A342B-0080-E6BB-3E84-3405B932F1B5}"/>
              </a:ext>
            </a:extLst>
          </p:cNvPr>
          <p:cNvCxnSpPr>
            <a:cxnSpLocks/>
          </p:cNvCxnSpPr>
          <p:nvPr/>
        </p:nvCxnSpPr>
        <p:spPr>
          <a:xfrm flipH="1" flipV="1">
            <a:off x="701243" y="4117778"/>
            <a:ext cx="2471065" cy="2270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6707DF-4F7F-2E85-4F04-377C9938206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99904" y="3017649"/>
            <a:ext cx="155657" cy="3879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6203C52-308C-4A07-1A08-517AB33EF64B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38F5C74-4FF5-731D-581A-99C9736D5E06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CDCF2BF-34CC-90A2-9CE0-3242FD9562A6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A82B8974-5661-8557-72A0-CB0509F0022D}"/>
              </a:ext>
            </a:extLst>
          </p:cNvPr>
          <p:cNvSpPr/>
          <p:nvPr/>
        </p:nvSpPr>
        <p:spPr>
          <a:xfrm>
            <a:off x="6885114" y="2807548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72678F-6DFC-79B6-8B97-466895981831}"/>
              </a:ext>
            </a:extLst>
          </p:cNvPr>
          <p:cNvSpPr/>
          <p:nvPr/>
        </p:nvSpPr>
        <p:spPr>
          <a:xfrm>
            <a:off x="6493731" y="425788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194B2A7-5E91-34F9-C47D-A1BCE3DFD417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7690718" y="1212310"/>
            <a:ext cx="994969" cy="1595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9AFAAF3-25F9-DD42-95CC-2312FF57FC33}"/>
              </a:ext>
            </a:extLst>
          </p:cNvPr>
          <p:cNvSpPr txBox="1"/>
          <p:nvPr/>
        </p:nvSpPr>
        <p:spPr>
          <a:xfrm>
            <a:off x="119893" y="56303"/>
            <a:ext cx="4433571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LA4</a:t>
            </a:r>
            <a:r>
              <a:rPr lang="fr-MA" sz="1400" b="1"/>
              <a:t>.</a:t>
            </a:r>
            <a:r>
              <a:rPr lang="fr-MA" sz="1400"/>
              <a:t> </a:t>
            </a:r>
            <a:r>
              <a:rPr lang="fr-MA" sz="1400" err="1"/>
              <a:t>added</a:t>
            </a:r>
            <a:r>
              <a:rPr lang="fr-MA" sz="1400"/>
              <a:t> «</a:t>
            </a:r>
            <a:r>
              <a:rPr lang="fr-MA" sz="1400" err="1"/>
              <a:t>faculty</a:t>
            </a:r>
            <a:r>
              <a:rPr lang="fr-MA" sz="1400"/>
              <a:t>» and « </a:t>
            </a:r>
            <a:r>
              <a:rPr lang="fr-MA" sz="1400" err="1"/>
              <a:t>dean</a:t>
            </a:r>
            <a:r>
              <a:rPr lang="fr-MA" sz="1400"/>
              <a:t> »</a:t>
            </a:r>
            <a:r>
              <a:rPr lang="fr-MA" sz="1400" err="1"/>
              <a:t>entity</a:t>
            </a:r>
            <a:r>
              <a:rPr lang="fr-MA" sz="1400"/>
              <a:t>. Added « supervise » relation. </a:t>
            </a:r>
            <a:r>
              <a:rPr lang="fr-MA" sz="1400" err="1"/>
              <a:t>Each</a:t>
            </a:r>
            <a:r>
              <a:rPr lang="fr-MA" sz="1400"/>
              <a:t> </a:t>
            </a:r>
            <a:r>
              <a:rPr lang="fr-MA" sz="1400" err="1"/>
              <a:t>lab</a:t>
            </a:r>
            <a:r>
              <a:rPr lang="fr-MA" sz="1400"/>
              <a:t> </a:t>
            </a:r>
            <a:r>
              <a:rPr lang="fr-MA" sz="1400" err="1"/>
              <a:t>supervised</a:t>
            </a:r>
            <a:r>
              <a:rPr lang="fr-MA" sz="1400"/>
              <a:t> by EXACTLY One </a:t>
            </a:r>
            <a:r>
              <a:rPr lang="fr-MA" sz="1400" err="1"/>
              <a:t>faculty</a:t>
            </a:r>
            <a:r>
              <a:rPr lang="fr-MA" sz="1400"/>
              <a:t>. And </a:t>
            </a:r>
            <a:r>
              <a:rPr lang="fr-MA" sz="1400" err="1"/>
              <a:t>faculty</a:t>
            </a:r>
            <a:r>
              <a:rPr lang="fr-MA" sz="1400"/>
              <a:t> can supervise </a:t>
            </a:r>
            <a:r>
              <a:rPr lang="fr-MA" sz="1400" err="1"/>
              <a:t>zero</a:t>
            </a:r>
            <a:r>
              <a:rPr lang="fr-MA" sz="1400"/>
              <a:t>-to-</a:t>
            </a:r>
            <a:r>
              <a:rPr lang="fr-MA" sz="1400" err="1"/>
              <a:t>many</a:t>
            </a:r>
            <a:r>
              <a:rPr lang="fr-MA" sz="1400"/>
              <a:t> </a:t>
            </a:r>
            <a:r>
              <a:rPr lang="fr-MA" sz="1400" err="1"/>
              <a:t>labs</a:t>
            </a:r>
            <a:r>
              <a:rPr lang="fr-MA" sz="1400"/>
              <a:t>.</a:t>
            </a:r>
            <a:endParaRPr lang="fr-MA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E170C38-4978-AC34-91B5-5E53CF94E359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7690718" y="3363306"/>
            <a:ext cx="33818" cy="894579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CDCB0471-E961-4624-722E-DAEA37DA7E51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C33FEB-DCD6-9DC1-44BF-D404811236D8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0B92C4-27A1-212E-D5C8-1796EE65A234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EE4C7E7-C664-9D44-1D53-835255296674}"/>
              </a:ext>
            </a:extLst>
          </p:cNvPr>
          <p:cNvSpPr/>
          <p:nvPr/>
        </p:nvSpPr>
        <p:spPr>
          <a:xfrm>
            <a:off x="1038397" y="5518386"/>
            <a:ext cx="1460284" cy="224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3D6F078-FEFA-4F57-FA87-EC12D6BE59F5}"/>
              </a:ext>
            </a:extLst>
          </p:cNvPr>
          <p:cNvCxnSpPr>
            <a:cxnSpLocks/>
          </p:cNvCxnSpPr>
          <p:nvPr/>
        </p:nvCxnSpPr>
        <p:spPr>
          <a:xfrm flipH="1">
            <a:off x="470184" y="5087073"/>
            <a:ext cx="1209976" cy="4456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B7EE602-DF31-91F7-5AD0-4FBAEDA74CCB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1680160" y="5083420"/>
            <a:ext cx="88379" cy="4349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587F719-B7AB-9C5C-243B-38B2FD33EE46}"/>
              </a:ext>
            </a:extLst>
          </p:cNvPr>
          <p:cNvSpPr/>
          <p:nvPr/>
        </p:nvSpPr>
        <p:spPr>
          <a:xfrm>
            <a:off x="0" y="5504018"/>
            <a:ext cx="950840" cy="224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3FA90A3-EE70-A9B2-5D92-B9CBC47DF7DD}"/>
              </a:ext>
            </a:extLst>
          </p:cNvPr>
          <p:cNvSpPr/>
          <p:nvPr/>
        </p:nvSpPr>
        <p:spPr>
          <a:xfrm>
            <a:off x="1171961" y="4778132"/>
            <a:ext cx="1205585" cy="28800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0888C12-5D50-3BA0-0D11-8C928EF099F5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1596302" y="4674508"/>
            <a:ext cx="178452" cy="82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78FF7A15-5877-60EF-6BAA-ABE79B08F911}"/>
              </a:ext>
            </a:extLst>
          </p:cNvPr>
          <p:cNvSpPr/>
          <p:nvPr/>
        </p:nvSpPr>
        <p:spPr>
          <a:xfrm>
            <a:off x="1855300" y="6427141"/>
            <a:ext cx="1460284" cy="224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4238A24-06EE-47E8-4565-8A2E565C625E}"/>
              </a:ext>
            </a:extLst>
          </p:cNvPr>
          <p:cNvCxnSpPr>
            <a:cxnSpLocks/>
          </p:cNvCxnSpPr>
          <p:nvPr/>
        </p:nvCxnSpPr>
        <p:spPr>
          <a:xfrm flipH="1">
            <a:off x="1038397" y="6191381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2C6AD18-58DB-542E-61BD-F9608B8316F7}"/>
              </a:ext>
            </a:extLst>
          </p:cNvPr>
          <p:cNvCxnSpPr>
            <a:cxnSpLocks/>
          </p:cNvCxnSpPr>
          <p:nvPr/>
        </p:nvCxnSpPr>
        <p:spPr>
          <a:xfrm>
            <a:off x="1704011" y="6187728"/>
            <a:ext cx="718772" cy="2394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644B149-58D3-3607-34AE-FA3859EBC5A4}"/>
              </a:ext>
            </a:extLst>
          </p:cNvPr>
          <p:cNvSpPr/>
          <p:nvPr/>
        </p:nvSpPr>
        <p:spPr>
          <a:xfrm>
            <a:off x="1195812" y="5882440"/>
            <a:ext cx="1205585" cy="28800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532FE4C-32D9-363B-80C7-98108954C433}"/>
              </a:ext>
            </a:extLst>
          </p:cNvPr>
          <p:cNvCxnSpPr>
            <a:cxnSpLocks/>
            <a:stCxn id="33" idx="2"/>
            <a:endCxn id="54" idx="0"/>
          </p:cNvCxnSpPr>
          <p:nvPr/>
        </p:nvCxnSpPr>
        <p:spPr>
          <a:xfrm>
            <a:off x="1768539" y="5743072"/>
            <a:ext cx="30066" cy="1393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F51454D5-568C-99EF-317F-A3E01A3895E2}"/>
              </a:ext>
            </a:extLst>
          </p:cNvPr>
          <p:cNvSpPr/>
          <p:nvPr/>
        </p:nvSpPr>
        <p:spPr>
          <a:xfrm>
            <a:off x="180239" y="6460239"/>
            <a:ext cx="1460284" cy="224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329F6E1D-4092-7DD1-1EB8-C03EFC9CCFFE}"/>
              </a:ext>
            </a:extLst>
          </p:cNvPr>
          <p:cNvSpPr/>
          <p:nvPr/>
        </p:nvSpPr>
        <p:spPr>
          <a:xfrm>
            <a:off x="5598730" y="2027576"/>
            <a:ext cx="1618395" cy="707522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388AAF0-08D4-CD5F-C09A-39A9A8C39D0C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3315584" y="2556728"/>
            <a:ext cx="2635671" cy="39827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520A905-1DBE-9758-C90F-03C0BC73CB3A}"/>
              </a:ext>
            </a:extLst>
          </p:cNvPr>
          <p:cNvCxnSpPr>
            <a:cxnSpLocks/>
          </p:cNvCxnSpPr>
          <p:nvPr/>
        </p:nvCxnSpPr>
        <p:spPr>
          <a:xfrm flipH="1">
            <a:off x="6794339" y="1212310"/>
            <a:ext cx="1393863" cy="979204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035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1476-5549-0421-0E49-A09B083E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C4B859-E743-BB27-6257-46D7CD338103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190099-EBE2-AEA6-180C-0FAFCC99C866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930333-7EF0-107B-3477-33117F82E98A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5AE1261-BC20-3D90-EAEF-58EE64D30B8E}"/>
              </a:ext>
            </a:extLst>
          </p:cNvPr>
          <p:cNvSpPr/>
          <p:nvPr/>
        </p:nvSpPr>
        <p:spPr>
          <a:xfrm>
            <a:off x="2585442" y="1403043"/>
            <a:ext cx="1302438" cy="469616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20F30D-C108-502C-A33E-44B392A08211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236661" y="1165961"/>
            <a:ext cx="0" cy="213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D454123-B479-A273-7F84-C2BF8A8D2623}"/>
              </a:ext>
            </a:extLst>
          </p:cNvPr>
          <p:cNvSpPr/>
          <p:nvPr/>
        </p:nvSpPr>
        <p:spPr>
          <a:xfrm>
            <a:off x="264261" y="2726295"/>
            <a:ext cx="1182600" cy="2913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26C532-B324-16D4-91BD-8CAEE5268F6A}"/>
              </a:ext>
            </a:extLst>
          </p:cNvPr>
          <p:cNvSpPr/>
          <p:nvPr/>
        </p:nvSpPr>
        <p:spPr>
          <a:xfrm>
            <a:off x="1774754" y="2706970"/>
            <a:ext cx="1397554" cy="284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3E8799-5E79-019A-180E-37CB0A410039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1123944" y="1872659"/>
            <a:ext cx="2112717" cy="853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DF5AFD-258E-C410-FC11-1B57B405BED9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 flipH="1">
            <a:off x="2473531" y="1872659"/>
            <a:ext cx="763130" cy="834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891E01B-90D6-8FF9-B57C-6B99506DA671}"/>
              </a:ext>
            </a:extLst>
          </p:cNvPr>
          <p:cNvSpPr/>
          <p:nvPr/>
        </p:nvSpPr>
        <p:spPr>
          <a:xfrm>
            <a:off x="2813706" y="4345304"/>
            <a:ext cx="1653760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FEBEB8-CEFD-22A9-8157-890538EB3A5A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1596302" y="3646139"/>
            <a:ext cx="689276" cy="7194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F9C96C1-C51C-F4E2-A540-621415CADBE4}"/>
              </a:ext>
            </a:extLst>
          </p:cNvPr>
          <p:cNvCxnSpPr>
            <a:cxnSpLocks/>
          </p:cNvCxnSpPr>
          <p:nvPr/>
        </p:nvCxnSpPr>
        <p:spPr>
          <a:xfrm>
            <a:off x="2285578" y="364613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BBFB126B-D107-2525-61CC-39FC27D1D495}"/>
              </a:ext>
            </a:extLst>
          </p:cNvPr>
          <p:cNvSpPr/>
          <p:nvPr/>
        </p:nvSpPr>
        <p:spPr>
          <a:xfrm>
            <a:off x="1680160" y="3261621"/>
            <a:ext cx="1137704" cy="38798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8A551E-1D9B-F538-2567-23199F835AE7}"/>
              </a:ext>
            </a:extLst>
          </p:cNvPr>
          <p:cNvCxnSpPr>
            <a:cxnSpLocks/>
          </p:cNvCxnSpPr>
          <p:nvPr/>
        </p:nvCxnSpPr>
        <p:spPr>
          <a:xfrm flipH="1">
            <a:off x="2229106" y="3001150"/>
            <a:ext cx="213854" cy="281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C7C33BD-DA67-35F1-655D-2F9AF4922BA2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3AB84A3-B23B-5E52-91AF-0592A558C76F}"/>
              </a:ext>
            </a:extLst>
          </p:cNvPr>
          <p:cNvSpPr/>
          <p:nvPr/>
        </p:nvSpPr>
        <p:spPr>
          <a:xfrm>
            <a:off x="670816" y="4365567"/>
            <a:ext cx="1850971" cy="3089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997A3FE-03FE-3DD2-D0A6-65F1F77F63A7}"/>
              </a:ext>
            </a:extLst>
          </p:cNvPr>
          <p:cNvSpPr/>
          <p:nvPr/>
        </p:nvSpPr>
        <p:spPr>
          <a:xfrm>
            <a:off x="3671498" y="2586342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884D36-A75F-F7BD-396F-818F4838618A}"/>
              </a:ext>
            </a:extLst>
          </p:cNvPr>
          <p:cNvCxnSpPr>
            <a:cxnSpLocks/>
          </p:cNvCxnSpPr>
          <p:nvPr/>
        </p:nvCxnSpPr>
        <p:spPr>
          <a:xfrm>
            <a:off x="3189544" y="2871972"/>
            <a:ext cx="6956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167EEE-9AA8-AF44-54D8-D046D9A8A14A}"/>
              </a:ext>
            </a:extLst>
          </p:cNvPr>
          <p:cNvCxnSpPr>
            <a:cxnSpLocks/>
          </p:cNvCxnSpPr>
          <p:nvPr/>
        </p:nvCxnSpPr>
        <p:spPr>
          <a:xfrm>
            <a:off x="3172308" y="2784378"/>
            <a:ext cx="712843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86FBCCB3-6751-26B4-23D7-2CDA11A553BB}"/>
              </a:ext>
            </a:extLst>
          </p:cNvPr>
          <p:cNvSpPr/>
          <p:nvPr/>
        </p:nvSpPr>
        <p:spPr>
          <a:xfrm>
            <a:off x="-109294" y="3405402"/>
            <a:ext cx="1618395" cy="707522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B1E3B5-9D03-9D13-4415-B128C9171E1E}"/>
              </a:ext>
            </a:extLst>
          </p:cNvPr>
          <p:cNvCxnSpPr>
            <a:cxnSpLocks/>
          </p:cNvCxnSpPr>
          <p:nvPr/>
        </p:nvCxnSpPr>
        <p:spPr>
          <a:xfrm flipH="1" flipV="1">
            <a:off x="701243" y="4117778"/>
            <a:ext cx="2471065" cy="2270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CE6F6A-E108-918E-1755-8AD8225244F5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99904" y="3017649"/>
            <a:ext cx="155657" cy="3879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B2B18422-975F-7D1F-2857-15A26CD5E5F7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4922BAD-4BC4-4D71-5C98-3B51B8432CA6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398C2F3-3689-54AB-DA0F-1DAFA33AAA82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23DA4462-EFCA-B766-4503-8D22FFA4EF8C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7706AC7-1081-8FAA-D5D7-348FCDA58C72}"/>
              </a:ext>
            </a:extLst>
          </p:cNvPr>
          <p:cNvSpPr/>
          <p:nvPr/>
        </p:nvSpPr>
        <p:spPr>
          <a:xfrm>
            <a:off x="9839628" y="2640153"/>
            <a:ext cx="2110118" cy="19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45F38AC-D16D-D13A-770F-5E484BFCF809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1666065-09FF-091C-9F11-2200C18C3685}"/>
              </a:ext>
            </a:extLst>
          </p:cNvPr>
          <p:cNvSpPr txBox="1"/>
          <p:nvPr/>
        </p:nvSpPr>
        <p:spPr>
          <a:xfrm>
            <a:off x="119893" y="56303"/>
            <a:ext cx="443357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PR1</a:t>
            </a:r>
            <a:r>
              <a:rPr lang="fr-MA" sz="1400"/>
              <a:t>. </a:t>
            </a:r>
            <a:r>
              <a:rPr lang="fr-MA" sz="1400" err="1"/>
              <a:t>added</a:t>
            </a:r>
            <a:r>
              <a:rPr lang="fr-MA" sz="1400"/>
              <a:t> «</a:t>
            </a:r>
            <a:r>
              <a:rPr lang="fr-MA" sz="1400" err="1"/>
              <a:t>reasearch</a:t>
            </a:r>
            <a:r>
              <a:rPr lang="fr-MA" sz="1400"/>
              <a:t> </a:t>
            </a:r>
            <a:r>
              <a:rPr lang="fr-MA" sz="1400" err="1"/>
              <a:t>project</a:t>
            </a:r>
            <a:r>
              <a:rPr lang="fr-MA" sz="1400"/>
              <a:t>» </a:t>
            </a:r>
            <a:r>
              <a:rPr lang="fr-MA" sz="1400" err="1"/>
              <a:t>entity</a:t>
            </a:r>
            <a:r>
              <a:rPr lang="fr-MA" sz="1400"/>
              <a:t>. And </a:t>
            </a:r>
            <a:r>
              <a:rPr lang="fr-MA" sz="1400" err="1"/>
              <a:t>its</a:t>
            </a:r>
            <a:r>
              <a:rPr lang="fr-MA" sz="1400"/>
              <a:t> key </a:t>
            </a:r>
            <a:r>
              <a:rPr lang="fr-MA" sz="1400" err="1"/>
              <a:t>attribute</a:t>
            </a:r>
            <a:r>
              <a:rPr lang="fr-MA" sz="1400"/>
              <a:t> « </a:t>
            </a:r>
            <a:r>
              <a:rPr lang="fr-MA" sz="1400" err="1"/>
              <a:t>project</a:t>
            </a:r>
            <a:r>
              <a:rPr lang="fr-MA" sz="1400"/>
              <a:t> code »</a:t>
            </a:r>
            <a:endParaRPr lang="fr-MA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53B64FA-CD09-4620-AD6A-B06E28B84E51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23425" y="2278439"/>
            <a:ext cx="71262" cy="3617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EE375022-DE3D-E912-5C27-2A53F022710B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4FBB67-01DF-784F-10FB-E8951832C3AA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0121BD4-8BBD-2C0D-1A6C-05348F541184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02C29C1-3860-91A5-E5D1-6A051D4B97B9}"/>
              </a:ext>
            </a:extLst>
          </p:cNvPr>
          <p:cNvSpPr/>
          <p:nvPr/>
        </p:nvSpPr>
        <p:spPr>
          <a:xfrm>
            <a:off x="1038397" y="5518386"/>
            <a:ext cx="1460284" cy="224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B2E063-C9C3-CBAB-7530-D15B80A311A3}"/>
              </a:ext>
            </a:extLst>
          </p:cNvPr>
          <p:cNvCxnSpPr>
            <a:cxnSpLocks/>
          </p:cNvCxnSpPr>
          <p:nvPr/>
        </p:nvCxnSpPr>
        <p:spPr>
          <a:xfrm flipH="1">
            <a:off x="470184" y="5087073"/>
            <a:ext cx="1209976" cy="4456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6FFBBE-E228-828B-227B-2AEB70DD8CFD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1680160" y="5083420"/>
            <a:ext cx="88379" cy="4349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0333004-E91A-9F01-B5BF-EECF20265100}"/>
              </a:ext>
            </a:extLst>
          </p:cNvPr>
          <p:cNvSpPr/>
          <p:nvPr/>
        </p:nvSpPr>
        <p:spPr>
          <a:xfrm>
            <a:off x="0" y="5504018"/>
            <a:ext cx="950840" cy="224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C8CAE408-2033-18D5-B734-3D307D0AD0FE}"/>
              </a:ext>
            </a:extLst>
          </p:cNvPr>
          <p:cNvSpPr/>
          <p:nvPr/>
        </p:nvSpPr>
        <p:spPr>
          <a:xfrm>
            <a:off x="1171961" y="4778132"/>
            <a:ext cx="1205585" cy="28800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7F051A2-2280-8DFA-2A91-918B7F7F57B0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1596302" y="4674508"/>
            <a:ext cx="178452" cy="82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C12B289B-B3F8-777D-8C3B-2F5B82882E3F}"/>
              </a:ext>
            </a:extLst>
          </p:cNvPr>
          <p:cNvSpPr/>
          <p:nvPr/>
        </p:nvSpPr>
        <p:spPr>
          <a:xfrm>
            <a:off x="1855300" y="6427141"/>
            <a:ext cx="1460284" cy="224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E20B2ED-6E1D-A0B5-D3A9-590CEE0A3369}"/>
              </a:ext>
            </a:extLst>
          </p:cNvPr>
          <p:cNvCxnSpPr>
            <a:cxnSpLocks/>
          </p:cNvCxnSpPr>
          <p:nvPr/>
        </p:nvCxnSpPr>
        <p:spPr>
          <a:xfrm flipH="1">
            <a:off x="1038397" y="6191381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91E9BA5-BB93-64E8-F40D-CA2A2FF66A28}"/>
              </a:ext>
            </a:extLst>
          </p:cNvPr>
          <p:cNvCxnSpPr>
            <a:cxnSpLocks/>
          </p:cNvCxnSpPr>
          <p:nvPr/>
        </p:nvCxnSpPr>
        <p:spPr>
          <a:xfrm>
            <a:off x="1704011" y="6187728"/>
            <a:ext cx="718772" cy="2394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DE3A41F-CD63-ABA6-B700-03C5E1760A31}"/>
              </a:ext>
            </a:extLst>
          </p:cNvPr>
          <p:cNvSpPr/>
          <p:nvPr/>
        </p:nvSpPr>
        <p:spPr>
          <a:xfrm>
            <a:off x="1195812" y="5882440"/>
            <a:ext cx="1205585" cy="28800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34982B6-469F-FE66-DE72-8D77208E8A0E}"/>
              </a:ext>
            </a:extLst>
          </p:cNvPr>
          <p:cNvCxnSpPr>
            <a:cxnSpLocks/>
            <a:stCxn id="33" idx="2"/>
            <a:endCxn id="54" idx="0"/>
          </p:cNvCxnSpPr>
          <p:nvPr/>
        </p:nvCxnSpPr>
        <p:spPr>
          <a:xfrm>
            <a:off x="1768539" y="5743072"/>
            <a:ext cx="30066" cy="1393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658ABF5F-05D7-E89D-D1F5-437A226FDA0B}"/>
              </a:ext>
            </a:extLst>
          </p:cNvPr>
          <p:cNvSpPr/>
          <p:nvPr/>
        </p:nvSpPr>
        <p:spPr>
          <a:xfrm>
            <a:off x="180239" y="6460239"/>
            <a:ext cx="1460284" cy="224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DF7D474A-7469-0398-5099-0BA8EDC4FF0C}"/>
              </a:ext>
            </a:extLst>
          </p:cNvPr>
          <p:cNvSpPr/>
          <p:nvPr/>
        </p:nvSpPr>
        <p:spPr>
          <a:xfrm>
            <a:off x="4616504" y="1573236"/>
            <a:ext cx="1618395" cy="707522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E6405D7-0ABA-006B-BEEF-8ECDABC12784}"/>
              </a:ext>
            </a:extLst>
          </p:cNvPr>
          <p:cNvCxnSpPr>
            <a:cxnSpLocks/>
            <a:stCxn id="72" idx="2"/>
            <a:endCxn id="51" idx="3"/>
          </p:cNvCxnSpPr>
          <p:nvPr/>
        </p:nvCxnSpPr>
        <p:spPr>
          <a:xfrm flipH="1">
            <a:off x="3315584" y="2280758"/>
            <a:ext cx="2110118" cy="42587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7697E4D-15D2-99E8-FE24-AB1979097296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425702" y="1212310"/>
            <a:ext cx="2762500" cy="360926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78263A6-AE07-EF8F-BC9D-1BFD5240193F}"/>
              </a:ext>
            </a:extLst>
          </p:cNvPr>
          <p:cNvSpPr/>
          <p:nvPr/>
        </p:nvSpPr>
        <p:spPr>
          <a:xfrm>
            <a:off x="7286215" y="3646139"/>
            <a:ext cx="2477788" cy="816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D7AAA7-B85E-CFB5-EDBE-F478CD27A6AE}"/>
              </a:ext>
            </a:extLst>
          </p:cNvPr>
          <p:cNvSpPr txBox="1"/>
          <p:nvPr/>
        </p:nvSpPr>
        <p:spPr>
          <a:xfrm>
            <a:off x="7304551" y="3825673"/>
            <a:ext cx="24755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Research project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21109DD-1FC3-637B-AA2E-AEFBAFFF77AF}"/>
              </a:ext>
            </a:extLst>
          </p:cNvPr>
          <p:cNvCxnSpPr/>
          <p:nvPr/>
        </p:nvCxnSpPr>
        <p:spPr>
          <a:xfrm>
            <a:off x="6929004" y="3748360"/>
            <a:ext cx="346429" cy="31570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51A4DD2-A2EF-DD17-19B4-98F1C7135CCD}"/>
              </a:ext>
            </a:extLst>
          </p:cNvPr>
          <p:cNvSpPr/>
          <p:nvPr/>
        </p:nvSpPr>
        <p:spPr>
          <a:xfrm>
            <a:off x="5543409" y="3240981"/>
            <a:ext cx="1722112" cy="6209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37200F-A3BB-EFB9-2CFB-CA14596928B4}"/>
              </a:ext>
            </a:extLst>
          </p:cNvPr>
          <p:cNvSpPr txBox="1"/>
          <p:nvPr/>
        </p:nvSpPr>
        <p:spPr>
          <a:xfrm>
            <a:off x="5652317" y="3397717"/>
            <a:ext cx="16223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u="sng"/>
              <a:t>Project code</a:t>
            </a:r>
          </a:p>
        </p:txBody>
      </p:sp>
    </p:spTree>
    <p:extLst>
      <p:ext uri="{BB962C8B-B14F-4D97-AF65-F5344CB8AC3E}">
        <p14:creationId xmlns:p14="http://schemas.microsoft.com/office/powerpoint/2010/main" val="3922710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FD15F-4276-8905-CF84-1A27C4F6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8BD131-824C-CE30-B760-113B1283E808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6E4AF8-823D-C271-602A-613A9032FCFF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5EBD4C-2E66-682D-3E0F-808E56D8F6C8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731FA28-E18B-905B-57FE-3ACBFD5F00B2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B08C3B-4064-535E-65BC-39D0C6B7C81E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3FF9412-F3F8-4228-8554-E610F59D32D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2CDFBA-0CC7-A6F8-A494-6A57AB3D922A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2FECD6-9B54-6F81-F111-072E30654171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B48076-93E0-EDC4-88D2-C3DE6CDDDC1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A9E66-36D6-0B61-A548-4387F0636FDF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390B7F-2C0E-B391-D772-BF3C65D4CE6E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7604C57-BE5E-FB5A-F8AC-9E4301CEE367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826ABF-8031-93DD-8A80-2458C032442D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25F5A2-38ED-52F7-C544-FC88AE1357C8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BADA3D9-7735-10F4-EF59-CB41B4BBCAF7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647FF4-0558-5957-184D-B908C2B5B440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626140EF-FAE1-3EEF-E105-6F2E1A95164F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A491CD-CE7E-EE01-2A33-8B7B2DF4DA00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8939B4-A58E-AFE2-C4AB-0206ED51E698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FCDEFFB4-E821-8B43-400F-3D2C0CF75F6F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451189-49AC-0726-242B-E49B87FE00D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A9705B-99EF-80B8-67E6-ADBEF1601BED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3FCE7D3-9DCA-DF47-15A6-9E133AB6DAB4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C7C9783-9207-AB5C-6913-5AD76BC37F4E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7201899-991A-BFC8-1EA1-575366240696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A7DA90EC-45AB-1E8A-56D7-72AC3140CC3D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9E476B3-C2FD-07E7-AAFE-2424D91085B4}"/>
              </a:ext>
            </a:extLst>
          </p:cNvPr>
          <p:cNvSpPr/>
          <p:nvPr/>
        </p:nvSpPr>
        <p:spPr>
          <a:xfrm>
            <a:off x="9839628" y="2640153"/>
            <a:ext cx="2110118" cy="19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80D8B64-DA37-5BEB-333E-6C47A23AECEC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8AD332E-4EB5-8C8E-E7CA-4BC7EFF48B6F}"/>
              </a:ext>
            </a:extLst>
          </p:cNvPr>
          <p:cNvSpPr txBox="1"/>
          <p:nvPr/>
        </p:nvSpPr>
        <p:spPr>
          <a:xfrm>
            <a:off x="119893" y="56303"/>
            <a:ext cx="4433571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PR2</a:t>
            </a:r>
            <a:r>
              <a:rPr lang="fr-MA" sz="1400"/>
              <a:t>. </a:t>
            </a:r>
            <a:r>
              <a:rPr lang="fr-MA" sz="1400" err="1"/>
              <a:t>added</a:t>
            </a:r>
            <a:r>
              <a:rPr lang="fr-MA" sz="1400"/>
              <a:t> «</a:t>
            </a:r>
            <a:r>
              <a:rPr lang="fr-MA" sz="1400" err="1"/>
              <a:t>involved</a:t>
            </a:r>
            <a:r>
              <a:rPr lang="fr-MA" sz="1400"/>
              <a:t>» </a:t>
            </a:r>
            <a:r>
              <a:rPr lang="fr-MA" sz="1400" err="1"/>
              <a:t>entity</a:t>
            </a:r>
            <a:r>
              <a:rPr lang="fr-MA" sz="1400"/>
              <a:t> and «Not </a:t>
            </a:r>
            <a:r>
              <a:rPr lang="fr-MA" sz="1400" err="1"/>
              <a:t>involved</a:t>
            </a:r>
            <a:r>
              <a:rPr lang="fr-MA" sz="1400"/>
              <a:t>» </a:t>
            </a:r>
            <a:r>
              <a:rPr lang="fr-MA" sz="1400" err="1"/>
              <a:t>entities</a:t>
            </a:r>
            <a:r>
              <a:rPr lang="fr-MA" sz="1400"/>
              <a:t>  to </a:t>
            </a:r>
            <a:r>
              <a:rPr lang="fr-MA" sz="1400" err="1"/>
              <a:t>create</a:t>
            </a:r>
            <a:r>
              <a:rPr lang="fr-MA" sz="1400"/>
              <a:t> a </a:t>
            </a:r>
            <a:r>
              <a:rPr lang="fr-MA" sz="1400" err="1"/>
              <a:t>relationship</a:t>
            </a:r>
            <a:r>
              <a:rPr lang="fr-MA" sz="1400"/>
              <a:t> </a:t>
            </a:r>
            <a:r>
              <a:rPr lang="fr-MA" sz="1400" err="1"/>
              <a:t>between</a:t>
            </a:r>
            <a:r>
              <a:rPr lang="fr-MA" sz="1400"/>
              <a:t> </a:t>
            </a:r>
            <a:r>
              <a:rPr lang="fr-MA" sz="1400" err="1"/>
              <a:t>research</a:t>
            </a:r>
            <a:r>
              <a:rPr lang="fr-MA" sz="1400"/>
              <a:t> </a:t>
            </a:r>
            <a:r>
              <a:rPr lang="fr-MA" sz="1400" err="1"/>
              <a:t>project</a:t>
            </a:r>
            <a:r>
              <a:rPr lang="fr-MA" sz="1400"/>
              <a:t> and </a:t>
            </a:r>
            <a:r>
              <a:rPr lang="fr-MA" sz="1400" err="1"/>
              <a:t>involved</a:t>
            </a:r>
            <a:r>
              <a:rPr lang="fr-MA" sz="1400"/>
              <a:t> </a:t>
            </a:r>
            <a:r>
              <a:rPr lang="fr-MA" sz="1400" err="1"/>
              <a:t>person</a:t>
            </a:r>
            <a:r>
              <a:rPr lang="fr-MA" sz="1400"/>
              <a:t> </a:t>
            </a:r>
            <a:r>
              <a:rPr lang="fr-MA" sz="1400" err="1"/>
              <a:t>called</a:t>
            </a:r>
            <a:r>
              <a:rPr lang="fr-MA" sz="1400"/>
              <a:t> «has a </a:t>
            </a:r>
            <a:r>
              <a:rPr lang="fr-MA" sz="1400" err="1"/>
              <a:t>role</a:t>
            </a:r>
            <a:r>
              <a:rPr lang="fr-MA" sz="1400"/>
              <a:t> ».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2A0213B-F62D-8A85-2BCE-73397BA04361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23425" y="2278439"/>
            <a:ext cx="71262" cy="3617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A8187F57-7F17-7240-0AEB-9E1E6BA5A170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2A8C96-22B8-6BFD-ED0D-E9C7ED7A81B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ACED65C-35E0-13F1-9A21-9C92737FF1E7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4EC81C5-17A8-2C64-6502-0BFE3ACEAD7D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85ABC0F-AC08-F3BE-F88F-8D67835D184B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539DE93-B97B-8504-0023-01CD3D35047C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64E79CA-43F9-A897-0F87-830408996C2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F4B380F-1C95-F03D-224B-8ADA0188991A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5243E0F-42F8-00C5-CA27-B0C8262E6802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C3B206D-F46D-CFCD-8558-7ED74D2C6967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3338809-4566-5FFE-100E-94693A637F1F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FC1C9A6-F7A1-2CA6-730A-C926C2D6556F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3DE403D-1CDA-D909-E30C-88CAC50197FE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113E1AF4-CA5F-CF41-5FD4-B3A44F27DBE2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EB8ECA4-2A7D-A4FE-4A22-CA838E164992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A220C384-D461-BCDD-3CEC-1E78508E212B}"/>
              </a:ext>
            </a:extLst>
          </p:cNvPr>
          <p:cNvSpPr/>
          <p:nvPr/>
        </p:nvSpPr>
        <p:spPr>
          <a:xfrm>
            <a:off x="6513009" y="3164285"/>
            <a:ext cx="1379612" cy="760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6BE659-3253-BBC0-AD15-C6FC50C9A734}"/>
              </a:ext>
            </a:extLst>
          </p:cNvPr>
          <p:cNvSpPr txBox="1"/>
          <p:nvPr/>
        </p:nvSpPr>
        <p:spPr>
          <a:xfrm>
            <a:off x="6699434" y="3164525"/>
            <a:ext cx="17695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Research project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E299972-D8A2-E19A-FE66-BBF6B5998146}"/>
              </a:ext>
            </a:extLst>
          </p:cNvPr>
          <p:cNvCxnSpPr/>
          <p:nvPr/>
        </p:nvCxnSpPr>
        <p:spPr>
          <a:xfrm>
            <a:off x="6223032" y="3109623"/>
            <a:ext cx="267989" cy="11399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175EAC8-8B48-3AB4-98DE-1ECB85190AC0}"/>
              </a:ext>
            </a:extLst>
          </p:cNvPr>
          <p:cNvSpPr/>
          <p:nvPr/>
        </p:nvSpPr>
        <p:spPr>
          <a:xfrm>
            <a:off x="5397733" y="2703098"/>
            <a:ext cx="1128200" cy="50893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840601-28C9-9D61-8972-5FCEF917BA20}"/>
              </a:ext>
            </a:extLst>
          </p:cNvPr>
          <p:cNvSpPr txBox="1"/>
          <p:nvPr/>
        </p:nvSpPr>
        <p:spPr>
          <a:xfrm>
            <a:off x="5551463" y="2736568"/>
            <a:ext cx="8043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636A713-4F23-3698-2BD1-4F87E540FAC8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24A8A46-E5EE-B94D-CF12-B80168C27914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A49848-1A16-3B25-A7FE-9222DBC00424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9EE5FF-7BCD-5806-6521-3FED8BBE0A22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501CA89-352F-BE8B-ED90-B6FE4B2E6AC4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35A1758-BB2B-8B48-0B98-76D6D51C3F89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56C980-E6BE-389C-96D3-51331BD980E3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28E76F-44BC-EE75-BBFA-FDDFAF562660}"/>
              </a:ext>
            </a:extLst>
          </p:cNvPr>
          <p:cNvCxnSpPr/>
          <p:nvPr/>
        </p:nvCxnSpPr>
        <p:spPr>
          <a:xfrm>
            <a:off x="7897128" y="3464441"/>
            <a:ext cx="405924" cy="1400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191A5FE3-CD6C-BBD3-FCA8-105DA1686D4D}"/>
              </a:ext>
            </a:extLst>
          </p:cNvPr>
          <p:cNvSpPr/>
          <p:nvPr/>
        </p:nvSpPr>
        <p:spPr>
          <a:xfrm>
            <a:off x="8305900" y="3027581"/>
            <a:ext cx="1105609" cy="94344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EDED68E-CD6E-9F4B-8695-0DBC6E7584E3}"/>
              </a:ext>
            </a:extLst>
          </p:cNvPr>
          <p:cNvCxnSpPr/>
          <p:nvPr/>
        </p:nvCxnSpPr>
        <p:spPr>
          <a:xfrm flipH="1" flipV="1">
            <a:off x="9733486" y="2346393"/>
            <a:ext cx="40171" cy="118427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DEFD71F-FF1F-FDEE-FC44-5A3FB8FF6551}"/>
              </a:ext>
            </a:extLst>
          </p:cNvPr>
          <p:cNvCxnSpPr/>
          <p:nvPr/>
        </p:nvCxnSpPr>
        <p:spPr>
          <a:xfrm flipV="1">
            <a:off x="4483088" y="2342032"/>
            <a:ext cx="5273487" cy="44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525887-C745-EBA9-CA14-578970091B95}"/>
              </a:ext>
            </a:extLst>
          </p:cNvPr>
          <p:cNvCxnSpPr/>
          <p:nvPr/>
        </p:nvCxnSpPr>
        <p:spPr>
          <a:xfrm>
            <a:off x="9402998" y="3525435"/>
            <a:ext cx="361281" cy="2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283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ECA8-DBF0-7E22-A2DA-AAEFE989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3FB892A-BD1B-079E-2DA1-5EFC6B65704C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FF1E11-96FE-D8ED-6AF2-95EE91692644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8EEAED-CD08-3A15-986E-1D8BE4D0A7EA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2A40688-53FF-420D-0D57-FDFD004E62D5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42957-09E5-B95B-BF06-E3F547A62FE5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0260D54-9AA5-D8DF-8F4B-CABAC2EBA202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389381-51F4-0514-46CD-BAA113FE0CCD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F060E5-0CB9-FD9C-C29D-2CD83523A3B1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2113E7-0B58-DF19-1DD4-2E5243B3BBAC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8B69BDD-9B2E-D6BB-1486-AAF2BD7C1E5A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C6DF5A-4BF7-6CA2-A5A9-861E6D0BCD23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00767D-5D8F-B78A-54E0-7A98F091049B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73F46D0E-68DF-2FAB-6189-EB5EA46ED09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7E50AB-77C1-5F68-CB38-B65C5EFA4641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EFDDF9B-6F0D-8DDA-03F3-04FD4F763E11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3AA7DE-00C0-9822-DA4E-A0C987CEBFE2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EA78FD6-6F64-D385-8A1C-D20D604ABF6B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32496C-1147-AEFA-85E1-59B3425739A3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E2DFF5-3B20-BCB4-61AF-43581024D53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CFBB3163-3DC9-46EA-2F61-A3CBDD2EEC8E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BB082D-469E-42DC-2A09-3A396F12DE28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ACD41B-760E-4CD1-2C98-68383BBFD1B3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EB4C2BEE-081A-9123-AC29-4CE5C93E2CA5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85B18CF-E369-6015-A30A-B2C752394687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457CCD6-5599-1F2F-BD68-398987A5A252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4CA4FB8E-182C-B1EA-A148-B8DBABFFF46B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FAC5512-7EDB-DD1B-090C-5236F7910DD5}"/>
              </a:ext>
            </a:extLst>
          </p:cNvPr>
          <p:cNvSpPr/>
          <p:nvPr/>
        </p:nvSpPr>
        <p:spPr>
          <a:xfrm>
            <a:off x="9839628" y="2640153"/>
            <a:ext cx="2110118" cy="19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39D6B7B-198E-1736-DED2-19F6C17812D9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46B5F17-50C1-44DE-92EF-D64D095B9BC3}"/>
              </a:ext>
            </a:extLst>
          </p:cNvPr>
          <p:cNvSpPr txBox="1"/>
          <p:nvPr/>
        </p:nvSpPr>
        <p:spPr>
          <a:xfrm>
            <a:off x="119893" y="56303"/>
            <a:ext cx="443357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200" b="1"/>
              <a:t>PR3</a:t>
            </a:r>
            <a:r>
              <a:rPr lang="fr-MA" sz="1050"/>
              <a:t>. Added </a:t>
            </a:r>
            <a:r>
              <a:rPr lang="fr-MA" sz="1050" err="1"/>
              <a:t>Role</a:t>
            </a:r>
            <a:r>
              <a:rPr lang="fr-MA" sz="1050"/>
              <a:t> as an </a:t>
            </a:r>
            <a:r>
              <a:rPr lang="fr-MA" sz="1050" err="1"/>
              <a:t>attribute</a:t>
            </a:r>
            <a:r>
              <a:rPr lang="fr-MA" sz="1050"/>
              <a:t> of Has a </a:t>
            </a:r>
            <a:r>
              <a:rPr lang="fr-MA" sz="1050" err="1"/>
              <a:t>Role</a:t>
            </a:r>
            <a:r>
              <a:rPr lang="fr-MA" sz="1050"/>
              <a:t> </a:t>
            </a:r>
            <a:r>
              <a:rPr lang="fr-MA" sz="1050" err="1"/>
              <a:t>because</a:t>
            </a:r>
            <a:r>
              <a:rPr lang="fr-MA" sz="1050"/>
              <a:t> </a:t>
            </a:r>
            <a:r>
              <a:rPr lang="fr-MA" sz="1050" err="1"/>
              <a:t>we</a:t>
            </a:r>
            <a:r>
              <a:rPr lang="fr-MA" sz="1050"/>
              <a:t> </a:t>
            </a:r>
            <a:r>
              <a:rPr lang="fr-MA" sz="1050" err="1"/>
              <a:t>should</a:t>
            </a:r>
            <a:r>
              <a:rPr lang="fr-MA" sz="1050"/>
              <a:t> </a:t>
            </a:r>
            <a:r>
              <a:rPr lang="fr-MA" sz="1050" err="1"/>
              <a:t>specify</a:t>
            </a:r>
            <a:r>
              <a:rPr lang="fr-MA" sz="1050"/>
              <a:t> the </a:t>
            </a:r>
            <a:r>
              <a:rPr lang="fr-MA" sz="1050" err="1"/>
              <a:t>role</a:t>
            </a:r>
            <a:r>
              <a:rPr lang="fr-MA" sz="1050"/>
              <a:t> of </a:t>
            </a:r>
            <a:r>
              <a:rPr lang="fr-MA" sz="1050" err="1"/>
              <a:t>each</a:t>
            </a:r>
            <a:r>
              <a:rPr lang="fr-MA" sz="1050"/>
              <a:t> </a:t>
            </a:r>
            <a:r>
              <a:rPr lang="fr-MA" sz="1050" err="1"/>
              <a:t>involved</a:t>
            </a:r>
            <a:r>
              <a:rPr lang="fr-MA" sz="1050"/>
              <a:t> </a:t>
            </a:r>
            <a:r>
              <a:rPr lang="fr-MA" sz="1050" err="1"/>
              <a:t>person.No</a:t>
            </a:r>
            <a:r>
              <a:rPr lang="fr-MA" sz="1050"/>
              <a:t> </a:t>
            </a:r>
            <a:r>
              <a:rPr lang="fr-MA" sz="1050" err="1"/>
              <a:t>need</a:t>
            </a:r>
            <a:r>
              <a:rPr lang="fr-MA" sz="1050"/>
              <a:t> to </a:t>
            </a:r>
            <a:r>
              <a:rPr lang="fr-MA" sz="1050" err="1"/>
              <a:t>write</a:t>
            </a:r>
            <a:r>
              <a:rPr lang="fr-MA" sz="1050"/>
              <a:t> </a:t>
            </a:r>
            <a:r>
              <a:rPr lang="fr-MA" sz="1050" err="1"/>
              <a:t>it</a:t>
            </a:r>
            <a:r>
              <a:rPr lang="fr-MA" sz="1050"/>
              <a:t> </a:t>
            </a:r>
            <a:r>
              <a:rPr lang="fr-MA" sz="1050" err="1"/>
              <a:t>further</a:t>
            </a:r>
            <a:r>
              <a:rPr lang="fr-MA" sz="1050"/>
              <a:t>  </a:t>
            </a:r>
            <a:r>
              <a:rPr lang="fr-MA" sz="1050" err="1"/>
              <a:t>because</a:t>
            </a:r>
            <a:r>
              <a:rPr lang="fr-MA" sz="1050"/>
              <a:t> </a:t>
            </a:r>
            <a:r>
              <a:rPr lang="fr-MA" sz="1050" err="1"/>
              <a:t>you</a:t>
            </a:r>
            <a:r>
              <a:rPr lang="fr-MA" sz="1050"/>
              <a:t> </a:t>
            </a:r>
            <a:r>
              <a:rPr lang="fr-MA" sz="1050" err="1"/>
              <a:t>will</a:t>
            </a:r>
            <a:r>
              <a:rPr lang="fr-MA" sz="1050"/>
              <a:t> </a:t>
            </a:r>
            <a:r>
              <a:rPr lang="fr-MA" sz="1050" err="1"/>
              <a:t>find</a:t>
            </a:r>
            <a:r>
              <a:rPr lang="fr-MA" sz="1050"/>
              <a:t> </a:t>
            </a:r>
            <a:r>
              <a:rPr lang="fr-MA" sz="1050" err="1"/>
              <a:t>it</a:t>
            </a:r>
            <a:r>
              <a:rPr lang="fr-MA" sz="1050"/>
              <a:t> in the last slides.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31D670A-A5F3-D73D-460A-F9C90A09986A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23425" y="2278439"/>
            <a:ext cx="71262" cy="3617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7732ACE6-48EB-A921-3C7C-1121E3898FD2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E6F14A-E389-6D66-99AF-21895AE24A6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63F560-12BD-E0AD-7B92-6D25BDD198FF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E6849A4-D937-1944-1D69-578025FF15E6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27B8DF3-73E4-2918-A0AC-014307F681AE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1E7F86F-F73E-BE88-B4D7-A8F8D0AE25F1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F5B3CB9-C1B0-BEAA-366F-E64A24BCC82E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9F06CE48-B281-B287-59EB-B9C189B8C561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EC3A02-D4AD-DFEC-5804-7EF7B14C0B81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167B482-540F-83C5-C543-67E9AF1AAAB6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B282B0F-3E9B-12FF-40E6-CC1E67BE5B33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992CD58-5A7E-82F6-D89F-E8329B87D189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766CFD9-4D63-99F0-61D0-BBD5E438EFDB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E2B5FCE7-E4F2-D702-DF0F-4DE0AEC32DF3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462FBC1-98A5-18B2-7484-67F1E7BA45F0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FD379B0-9020-2FFE-0BB5-7D6AC8E287B9}"/>
              </a:ext>
            </a:extLst>
          </p:cNvPr>
          <p:cNvSpPr/>
          <p:nvPr/>
        </p:nvSpPr>
        <p:spPr>
          <a:xfrm>
            <a:off x="6513009" y="3164285"/>
            <a:ext cx="1379612" cy="760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902893-A36C-DDE8-7185-B3CF43CC18CD}"/>
              </a:ext>
            </a:extLst>
          </p:cNvPr>
          <p:cNvSpPr txBox="1"/>
          <p:nvPr/>
        </p:nvSpPr>
        <p:spPr>
          <a:xfrm>
            <a:off x="6699434" y="3164525"/>
            <a:ext cx="17695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Research project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92AF3D3-8A76-07AE-A2B2-1E7FC489E4C2}"/>
              </a:ext>
            </a:extLst>
          </p:cNvPr>
          <p:cNvCxnSpPr/>
          <p:nvPr/>
        </p:nvCxnSpPr>
        <p:spPr>
          <a:xfrm>
            <a:off x="6223032" y="3109623"/>
            <a:ext cx="267989" cy="11399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7043809-3B9B-3D9B-B501-3E9070545306}"/>
              </a:ext>
            </a:extLst>
          </p:cNvPr>
          <p:cNvSpPr/>
          <p:nvPr/>
        </p:nvSpPr>
        <p:spPr>
          <a:xfrm>
            <a:off x="5296880" y="2703098"/>
            <a:ext cx="1128200" cy="50893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D0EC08-7C8E-5E64-E06D-387830971139}"/>
              </a:ext>
            </a:extLst>
          </p:cNvPr>
          <p:cNvSpPr txBox="1"/>
          <p:nvPr/>
        </p:nvSpPr>
        <p:spPr>
          <a:xfrm>
            <a:off x="5551463" y="2736568"/>
            <a:ext cx="8043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3E2D73-50C4-E478-E3B0-125F0FD97C76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36E5ABC-1A10-F172-D905-5BB8AD579969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4D13BD-EC8F-FEAF-2408-A3E8CD9DAFA3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A42A3C-54B7-B49C-8AA2-5487AD48887B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E6A266-29D5-AD3C-2AF9-94D6CF97DC68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80F3709-D4E2-6AAB-C033-ED2065EC6617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5400D0-F286-FE1F-6F8B-FF12339D4B6C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D5971B6-BFF2-FEE5-5517-4C4A97A5B026}"/>
              </a:ext>
            </a:extLst>
          </p:cNvPr>
          <p:cNvCxnSpPr/>
          <p:nvPr/>
        </p:nvCxnSpPr>
        <p:spPr>
          <a:xfrm>
            <a:off x="7897128" y="346444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D5586FBD-74FB-210E-3634-A4E89E21A10B}"/>
              </a:ext>
            </a:extLst>
          </p:cNvPr>
          <p:cNvSpPr/>
          <p:nvPr/>
        </p:nvSpPr>
        <p:spPr>
          <a:xfrm>
            <a:off x="8305900" y="3027581"/>
            <a:ext cx="1105609" cy="94344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7351BFD-1DB0-4014-EBDC-8EF8586850EF}"/>
              </a:ext>
            </a:extLst>
          </p:cNvPr>
          <p:cNvCxnSpPr/>
          <p:nvPr/>
        </p:nvCxnSpPr>
        <p:spPr>
          <a:xfrm flipV="1">
            <a:off x="9763497" y="2204153"/>
            <a:ext cx="469" cy="133667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E9FB003-A627-166E-05B1-58F0D21552AB}"/>
              </a:ext>
            </a:extLst>
          </p:cNvPr>
          <p:cNvCxnSpPr/>
          <p:nvPr/>
        </p:nvCxnSpPr>
        <p:spPr>
          <a:xfrm flipV="1">
            <a:off x="4472928" y="2230272"/>
            <a:ext cx="5283647" cy="451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60671C6-9113-40D8-4B89-42E45B54CB1A}"/>
              </a:ext>
            </a:extLst>
          </p:cNvPr>
          <p:cNvCxnSpPr/>
          <p:nvPr/>
        </p:nvCxnSpPr>
        <p:spPr>
          <a:xfrm>
            <a:off x="9402998" y="3525435"/>
            <a:ext cx="361281" cy="2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36C255B-451E-A591-8921-405B363EBDC7}"/>
              </a:ext>
            </a:extLst>
          </p:cNvPr>
          <p:cNvCxnSpPr/>
          <p:nvPr/>
        </p:nvCxnSpPr>
        <p:spPr>
          <a:xfrm>
            <a:off x="8680567" y="2786182"/>
            <a:ext cx="196012" cy="28001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3D72AD8-96CF-B145-9B63-EF7EF901564D}"/>
              </a:ext>
            </a:extLst>
          </p:cNvPr>
          <p:cNvSpPr/>
          <p:nvPr/>
        </p:nvSpPr>
        <p:spPr>
          <a:xfrm>
            <a:off x="7989009" y="2503343"/>
            <a:ext cx="966063" cy="35002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750365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B91E-0EAD-12FF-548D-E68B1494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F6B589-3E3A-FDEE-0B97-145DBFD27981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05B605-B1F4-0837-2DBF-7068C8AD3A99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9AA35E-4C5E-541D-8DFE-48C5535B96F9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9909458F-6523-8B8F-E12D-F93518831DA8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069488-C789-C0C2-501B-8F0602996F7B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15F4220-397F-F987-5BC9-B7100252B938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DE828F-40E0-1F3D-F21F-A9A52C58292D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1A469E-D8B3-CE4F-DA88-A57074890082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C8EBC9-2820-D49E-20A3-05C504295D13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B3A20-CE66-BE28-666E-728E17F2AA1A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380857-83B6-E393-7D6C-39E0E2FAAA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E83645-E9F0-DCE9-4D18-17750483EE0E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4AC28F86-A459-A069-F585-E7C00A24A49F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DF8280-DDC9-8270-516C-4AA886850D97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A566252-3B74-818B-B63A-F581E1DC59AB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61E167-E29F-8FA7-3480-0F4C9861D59A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858D8E3E-E51A-EBCD-854A-F6730DFF69BE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35D13C-B9CF-145B-8F3E-4D7D0D473D53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1A25B6-A8D9-EE11-CE2E-193EF4B02852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F4EA6C37-FADA-276B-C64D-9A21C6DC60A4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8DF6F6-7175-9BD2-95ED-C4F10227A7D4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DA733E-349B-6D21-B056-0C6372E518BD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2FA6E02-F54D-5BE9-C3B1-EFF6DB315E1F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88318DE-C49B-7D48-DCE9-8A030108F9DC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A3D5693-CCB7-B108-602B-A0AD1D119EB2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FC601879-A88D-0F21-1856-E4B9BA5211EE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3BD4553-E63A-40A6-79B5-C3C65A893BFE}"/>
              </a:ext>
            </a:extLst>
          </p:cNvPr>
          <p:cNvSpPr/>
          <p:nvPr/>
        </p:nvSpPr>
        <p:spPr>
          <a:xfrm>
            <a:off x="9839628" y="2640153"/>
            <a:ext cx="2110118" cy="19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1EC3EAA-6CD1-8E84-E005-4E82D8B96448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FB086B5-8A9E-FBCF-6653-053B033E739C}"/>
              </a:ext>
            </a:extLst>
          </p:cNvPr>
          <p:cNvSpPr txBox="1"/>
          <p:nvPr/>
        </p:nvSpPr>
        <p:spPr>
          <a:xfrm>
            <a:off x="119893" y="56303"/>
            <a:ext cx="4433571" cy="477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200" b="1"/>
              <a:t>PR4</a:t>
            </a:r>
            <a:r>
              <a:rPr lang="fr-MA" sz="1050"/>
              <a:t>. No changes </a:t>
            </a:r>
            <a:r>
              <a:rPr lang="fr-MA" sz="1050" err="1"/>
              <a:t>done</a:t>
            </a:r>
            <a:r>
              <a:rPr lang="fr-MA" sz="1050"/>
              <a:t> the </a:t>
            </a:r>
            <a:r>
              <a:rPr lang="fr-MA" sz="1050" err="1"/>
              <a:t>relationship's</a:t>
            </a:r>
            <a:r>
              <a:rPr lang="fr-MA" sz="1050"/>
              <a:t>  </a:t>
            </a:r>
            <a:r>
              <a:rPr lang="fr-MA" sz="1050" err="1"/>
              <a:t>attribute</a:t>
            </a:r>
            <a:r>
              <a:rPr lang="fr-MA" sz="1050"/>
              <a:t> </a:t>
            </a:r>
            <a:r>
              <a:rPr lang="fr-MA" sz="1400"/>
              <a:t>«</a:t>
            </a:r>
            <a:r>
              <a:rPr lang="fr-MA" sz="1050" err="1"/>
              <a:t>Role</a:t>
            </a:r>
            <a:r>
              <a:rPr lang="fr-MA" sz="1400"/>
              <a:t>»</a:t>
            </a:r>
            <a:r>
              <a:rPr lang="fr-MA" sz="1100"/>
              <a:t> </a:t>
            </a:r>
            <a:r>
              <a:rPr lang="fr-MA" sz="1100" err="1"/>
              <a:t>ensures</a:t>
            </a:r>
            <a:r>
              <a:rPr lang="fr-MA" sz="1100"/>
              <a:t> </a:t>
            </a:r>
            <a:r>
              <a:rPr lang="fr-MA" sz="1100" err="1"/>
              <a:t>that</a:t>
            </a:r>
            <a:r>
              <a:rPr lang="fr-MA" sz="1100"/>
              <a:t> </a:t>
            </a:r>
            <a:r>
              <a:rPr lang="fr-MA" sz="1100" err="1"/>
              <a:t>every</a:t>
            </a:r>
            <a:r>
              <a:rPr lang="fr-MA" sz="1100"/>
              <a:t> </a:t>
            </a:r>
            <a:r>
              <a:rPr lang="fr-MA" sz="1100" err="1"/>
              <a:t>involved</a:t>
            </a:r>
            <a:r>
              <a:rPr lang="fr-MA" sz="1100"/>
              <a:t> </a:t>
            </a:r>
            <a:r>
              <a:rPr lang="fr-MA" sz="1100" err="1"/>
              <a:t>person</a:t>
            </a:r>
            <a:r>
              <a:rPr lang="fr-MA" sz="1100"/>
              <a:t> has </a:t>
            </a:r>
            <a:r>
              <a:rPr lang="fr-MA" sz="1100" err="1"/>
              <a:t>exactly</a:t>
            </a:r>
            <a:r>
              <a:rPr lang="fr-MA" sz="1100"/>
              <a:t> one </a:t>
            </a:r>
            <a:r>
              <a:rPr lang="fr-MA" sz="1100" err="1"/>
              <a:t>role</a:t>
            </a:r>
            <a:r>
              <a:rPr lang="fr-MA" sz="1100"/>
              <a:t>.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608753A-C580-6E97-5E42-4ED0270C15FF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23425" y="2278439"/>
            <a:ext cx="71262" cy="3617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EE6BE1E8-0820-0E4A-F431-04346E022EFA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A01DEA-B68E-7609-8ECD-8597A46F779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997A24-494C-82CA-82BE-870BF106FA85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7F1DDAF-E8CC-C374-F882-BAE7CA54B1F9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67810C-8E4B-8929-06CC-69B9F1D97195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0DE683-F510-A7A8-5D6B-C3ED73F9B29E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B0F2A5D-AF93-7C6B-4F4E-2A11CB9CF5A0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5527B68-E5A9-B121-CE5E-32F66C1E07E0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ECEC3A2-05F3-19FD-9ECF-AB18EF3CA785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A1AA877-A78C-A295-B490-6D36D6E7F4B4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13D6E92-6D01-6FBA-00CD-A7216EA4788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1CF384D0-890C-0470-23FD-652D61B59532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9163E80-7552-BFAA-8E55-92EDAF26A304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D4EA4B07-177C-068E-235F-131CFD126A7F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88D1B19-D053-2D8F-87DF-E187D2102E2B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E130327-091F-E8FD-17AD-7973D3276FC4}"/>
              </a:ext>
            </a:extLst>
          </p:cNvPr>
          <p:cNvSpPr/>
          <p:nvPr/>
        </p:nvSpPr>
        <p:spPr>
          <a:xfrm>
            <a:off x="6513009" y="3164285"/>
            <a:ext cx="1379612" cy="760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0B7560-149A-C48F-AAA8-09EBA5A3CFFB}"/>
              </a:ext>
            </a:extLst>
          </p:cNvPr>
          <p:cNvSpPr txBox="1"/>
          <p:nvPr/>
        </p:nvSpPr>
        <p:spPr>
          <a:xfrm>
            <a:off x="6699434" y="3164525"/>
            <a:ext cx="17695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Research project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AF98BA7-C895-8160-E6C8-1531D902220D}"/>
              </a:ext>
            </a:extLst>
          </p:cNvPr>
          <p:cNvCxnSpPr/>
          <p:nvPr/>
        </p:nvCxnSpPr>
        <p:spPr>
          <a:xfrm>
            <a:off x="6223032" y="3109623"/>
            <a:ext cx="267989" cy="11399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82FC0F8-B30C-2ED1-BBBD-3EFB6B414B74}"/>
              </a:ext>
            </a:extLst>
          </p:cNvPr>
          <p:cNvSpPr/>
          <p:nvPr/>
        </p:nvSpPr>
        <p:spPr>
          <a:xfrm>
            <a:off x="5296880" y="2703098"/>
            <a:ext cx="1128200" cy="50893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0AD242-88CF-EC0B-1B0A-5E149E40DF60}"/>
              </a:ext>
            </a:extLst>
          </p:cNvPr>
          <p:cNvSpPr txBox="1"/>
          <p:nvPr/>
        </p:nvSpPr>
        <p:spPr>
          <a:xfrm>
            <a:off x="5551463" y="2736568"/>
            <a:ext cx="8043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18DB1A-24C3-A99B-87AD-0C9E9FFD7729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2DCED9F-D614-E50A-B00B-B9E50756ECB4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CC42B9-7134-F28E-0AE8-769CFC9C23A5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09FC8F-D9B9-30C4-67C2-7E4968088C81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A8F199-A60D-FA96-BED5-C0113A8AB664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3CAE0AD-7742-2ED4-69AD-2B4E9B05508A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5B89FB-2F2B-E568-9294-BE0D7772EEE0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522F3AF-D5A9-720C-E23C-5E30C3D60820}"/>
              </a:ext>
            </a:extLst>
          </p:cNvPr>
          <p:cNvCxnSpPr/>
          <p:nvPr/>
        </p:nvCxnSpPr>
        <p:spPr>
          <a:xfrm>
            <a:off x="7897128" y="346444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F363285B-5ABD-D6AD-6FDF-B85BDE5A4C54}"/>
              </a:ext>
            </a:extLst>
          </p:cNvPr>
          <p:cNvSpPr/>
          <p:nvPr/>
        </p:nvSpPr>
        <p:spPr>
          <a:xfrm>
            <a:off x="8305900" y="3027581"/>
            <a:ext cx="1105609" cy="94344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55D5AA2-75EF-FAAA-3ECF-1E5D2A6772FD}"/>
              </a:ext>
            </a:extLst>
          </p:cNvPr>
          <p:cNvCxnSpPr/>
          <p:nvPr/>
        </p:nvCxnSpPr>
        <p:spPr>
          <a:xfrm flipH="1" flipV="1">
            <a:off x="9763966" y="2315913"/>
            <a:ext cx="50331" cy="12147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FA739C5-D6FF-1C01-5475-2AB3D1BF83FA}"/>
              </a:ext>
            </a:extLst>
          </p:cNvPr>
          <p:cNvCxnSpPr/>
          <p:nvPr/>
        </p:nvCxnSpPr>
        <p:spPr>
          <a:xfrm flipV="1">
            <a:off x="4472928" y="2301392"/>
            <a:ext cx="5293807" cy="3496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CB7DA9-1E9E-687F-713A-BEB04C9026A6}"/>
              </a:ext>
            </a:extLst>
          </p:cNvPr>
          <p:cNvCxnSpPr/>
          <p:nvPr/>
        </p:nvCxnSpPr>
        <p:spPr>
          <a:xfrm flipV="1">
            <a:off x="9392838" y="3507917"/>
            <a:ext cx="39176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77E0A0-0C36-18FE-C752-EC7FABF7D0B6}"/>
              </a:ext>
            </a:extLst>
          </p:cNvPr>
          <p:cNvCxnSpPr/>
          <p:nvPr/>
        </p:nvCxnSpPr>
        <p:spPr>
          <a:xfrm>
            <a:off x="8680567" y="2786182"/>
            <a:ext cx="196012" cy="28001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CDCB4578-C0DA-187D-6FF2-A808EC443A34}"/>
              </a:ext>
            </a:extLst>
          </p:cNvPr>
          <p:cNvSpPr/>
          <p:nvPr/>
        </p:nvSpPr>
        <p:spPr>
          <a:xfrm>
            <a:off x="7989009" y="2503343"/>
            <a:ext cx="966063" cy="35002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416279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F9E18-9B42-AB11-5E9D-8B974F3C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F4AEA6-49C1-E495-D6C0-5CE613C36619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DBECF1-0EF0-7D60-A8F6-391F7EF9015B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CC26BB-4EDE-6733-18D6-CF7624937E72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23F3ADA-4E2A-3111-4EFB-EEB00CE202F8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58AFEE-060F-E259-ACCD-BE0A1DD3801C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29A5EDF-EED3-9B35-5E8A-709E63351062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A071D2-38EA-CD6F-9CC3-9FAD781C5071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D85855-4CF6-6966-0720-A2C4E09E9290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1F4C0F-BFAF-258B-63E4-DF82414E51D2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225325E-D4BF-3124-009A-FC1F6D14896A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3AC78A-B978-793D-2F2D-8205A8CD8046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474027-9CFA-0A2C-0413-45AE7F401382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C6376326-26D0-D492-29A7-315C771C8CD7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F75104-974E-FDD1-1012-564FC115BA2F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B53799A-4541-A319-FA76-6A5C1A9B87EF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6B7437-BA6F-260E-E39C-D1AD1731FBCE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F6528BA3-BDBE-3DF8-CE82-8BCC57D944F5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DD7BE4-4EF0-0072-E322-7C2C99E03C30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47EC08-EF54-3783-5BA4-61934736826E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E7ADC4F1-CD5C-CDD2-B878-EE775F060EAA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3E1FBF-40F7-1904-020B-DAB4D3D1BE14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299FBE-9CC5-50AF-B17E-504225DA51CB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9E8BB32B-D48F-9F7B-F7E8-76605A6BF3AA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A91DAF5-96E0-F09C-4595-7FA3F536A152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F80141-81BF-4F35-A618-9675493EFF7D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4AB0F742-2F5A-8F26-7E32-414E482F2E37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7127BC3-0EDF-35AF-D81E-D6C4E272F67C}"/>
              </a:ext>
            </a:extLst>
          </p:cNvPr>
          <p:cNvSpPr/>
          <p:nvPr/>
        </p:nvSpPr>
        <p:spPr>
          <a:xfrm>
            <a:off x="9839628" y="2640153"/>
            <a:ext cx="2110118" cy="19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34A4817-2D3F-8DA9-043E-46A277CF2D59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0FE0A3C-FA03-A430-A463-5E9D980B6905}"/>
              </a:ext>
            </a:extLst>
          </p:cNvPr>
          <p:cNvSpPr txBox="1"/>
          <p:nvPr/>
        </p:nvSpPr>
        <p:spPr>
          <a:xfrm>
            <a:off x="119893" y="56303"/>
            <a:ext cx="443357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BD1</a:t>
            </a:r>
            <a:r>
              <a:rPr lang="fr-MA" sz="1100">
                <a:ea typeface="+mn-lt"/>
                <a:cs typeface="+mn-lt"/>
              </a:rPr>
              <a:t>.budget </a:t>
            </a:r>
            <a:r>
              <a:rPr lang="fr-MA" sz="1100" err="1">
                <a:ea typeface="+mn-lt"/>
                <a:cs typeface="+mn-lt"/>
              </a:rPr>
              <a:t>entity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is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created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wit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its</a:t>
            </a:r>
            <a:r>
              <a:rPr lang="fr-MA" sz="1100">
                <a:ea typeface="+mn-lt"/>
                <a:cs typeface="+mn-lt"/>
              </a:rPr>
              <a:t> key </a:t>
            </a:r>
            <a:r>
              <a:rPr lang="fr-MA" sz="1100" err="1">
                <a:ea typeface="+mn-lt"/>
                <a:cs typeface="+mn-lt"/>
              </a:rPr>
              <a:t>attribute</a:t>
            </a:r>
            <a:r>
              <a:rPr lang="fr-MA" sz="1100">
                <a:ea typeface="+mn-lt"/>
                <a:cs typeface="+mn-lt"/>
              </a:rPr>
              <a:t> «</a:t>
            </a:r>
            <a:r>
              <a:rPr lang="fr-MA" sz="1100" err="1">
                <a:ea typeface="+mn-lt"/>
                <a:cs typeface="+mn-lt"/>
              </a:rPr>
              <a:t>budgetary</a:t>
            </a:r>
            <a:r>
              <a:rPr lang="fr-MA" sz="1100">
                <a:ea typeface="+mn-lt"/>
                <a:cs typeface="+mn-lt"/>
              </a:rPr>
              <a:t> line».</a:t>
            </a:r>
            <a:endParaRPr lang="en-US">
              <a:ea typeface="+mn-lt"/>
              <a:cs typeface="+mn-lt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378D74F-5FD2-D81A-1548-F85F66C8DE69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23425" y="2278439"/>
            <a:ext cx="71262" cy="3617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6E0C2A1C-0E4D-6590-AD11-F1B1B205E23F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0C658E-3CA9-E56E-B0A1-6E0854F78E97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990FB4A-A713-A113-940A-33BD88760A72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7295972-E9BD-6AE9-D0ED-93640ED0383A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F886C5-4B6D-413E-C2E2-CB5F5B52165C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FAC7697-623D-A178-783A-1B1C8FD6AAFB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8F9A0BB-4026-2A9C-B53B-AC7DCD77BBAE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C1E65E86-7D9B-CA11-7FFA-E09ECBBA4846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4298466-829C-A6E7-B4E7-2052B7A045A7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1854A15-1563-2E36-D43D-62454B322614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41E4D6F-1C4B-C0A7-D0A9-7145B102481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5C2AEF53-762B-8191-322D-0CAE1006E233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9B8B5AE-A5F7-AFC6-7425-D21DFD52E81A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D6114CF3-2703-4F10-FCD3-4389059D9F27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064B685-7B1F-6F1F-7ABC-EED3ED3C3D2F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8E4C289-8128-D78E-2587-0CD60DC14E52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1EF39B-5342-D865-6E6B-35E81BF4F0A4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021A417-C3A0-3BB8-6E60-78ECC1D57A25}"/>
              </a:ext>
            </a:extLst>
          </p:cNvPr>
          <p:cNvCxnSpPr/>
          <p:nvPr/>
        </p:nvCxnSpPr>
        <p:spPr>
          <a:xfrm>
            <a:off x="4465352" y="3028343"/>
            <a:ext cx="400069" cy="286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15ED0133-1A47-C4AE-3C39-E8753C0981A0}"/>
              </a:ext>
            </a:extLst>
          </p:cNvPr>
          <p:cNvSpPr/>
          <p:nvPr/>
        </p:nvSpPr>
        <p:spPr>
          <a:xfrm>
            <a:off x="3955760" y="269293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44606C-6F83-0E7D-54C5-D8703C8DE8FB}"/>
              </a:ext>
            </a:extLst>
          </p:cNvPr>
          <p:cNvSpPr txBox="1"/>
          <p:nvPr/>
        </p:nvSpPr>
        <p:spPr>
          <a:xfrm>
            <a:off x="4017303" y="280768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43AC0D-1F71-4A75-4656-C2EEE1EEFA9F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D6E24EC-8F6B-DEAA-7DD9-A49BD6A31261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352E304-AEE2-2B36-64DB-A3D827E4533C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A8B3CE-2085-B92B-CD65-C0E8E5B1B37F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30B1F93-C1A6-871B-923F-015036FD3AA5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7101247-71C2-99CB-225A-CCFC00C99B10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13CFEE-117B-3F39-E37A-1DCC311399E5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502BCB-30E5-A9D3-735A-585A30C3C04F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5551D62-0D35-E2BD-A341-43C9853DD969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BA5C063-ECA7-5B83-3013-B74F40AA6AA4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7AAB763-BA5D-68C9-A6BA-A3B454443ABD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EBE7B13-E741-4BFA-081D-C7017EC881DE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7966911-E44F-5F42-A81D-DEBDFDB6DF8C}"/>
              </a:ext>
            </a:extLst>
          </p:cNvPr>
          <p:cNvSpPr/>
          <p:nvPr/>
        </p:nvSpPr>
        <p:spPr>
          <a:xfrm>
            <a:off x="8389051" y="312790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Budget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E74F1B3-A067-21EF-8DA3-83AA5A4F5B5F}"/>
              </a:ext>
            </a:extLst>
          </p:cNvPr>
          <p:cNvCxnSpPr/>
          <p:nvPr/>
        </p:nvCxnSpPr>
        <p:spPr>
          <a:xfrm>
            <a:off x="7743146" y="2933131"/>
            <a:ext cx="644042" cy="34618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9811FC78-910D-CB5C-4FC0-FD440D915F6D}"/>
              </a:ext>
            </a:extLst>
          </p:cNvPr>
          <p:cNvSpPr/>
          <p:nvPr/>
        </p:nvSpPr>
        <p:spPr>
          <a:xfrm>
            <a:off x="7070365" y="2401475"/>
            <a:ext cx="1139641" cy="6021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4766F5D-6414-9722-4BDA-CFDDA40ABFD4}"/>
              </a:ext>
            </a:extLst>
          </p:cNvPr>
          <p:cNvSpPr txBox="1"/>
          <p:nvPr/>
        </p:nvSpPr>
        <p:spPr>
          <a:xfrm>
            <a:off x="7081515" y="2533181"/>
            <a:ext cx="14627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solidFill>
                  <a:srgbClr val="FF0000"/>
                </a:solidFill>
                <a:ea typeface="+mn-lt"/>
                <a:cs typeface="+mn-lt"/>
              </a:rPr>
              <a:t>budgetary line</a:t>
            </a:r>
            <a:endParaRPr lang="en-US" sz="1200" u="sn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05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C047B-DA4C-FC0D-96EE-083D59A4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4B9223-79F9-EA52-D56A-1F6478D2DB70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1E9724-F1AE-6B78-F5A3-2576C899164E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EBD4F2-98A7-97C9-4228-AF34B050B9CC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5FD7B9C-5640-70CD-7B43-F5C9CBF79398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0E9C23-991E-9A5F-E3E7-AE4D8354022F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351F4D-E0CF-C213-5C34-120590CC9C6A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61457F-E35C-1232-1F2F-09ADBFAAB491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ECFFCA-CD5D-70D9-83AE-6ABBA387D9BD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58AFC2-8468-5F6E-1CCE-95E9D1AD17F7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4EDB5F6-4F8D-A908-708C-FD2114D0B460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2E2E4E-CD22-4ED7-0612-96BE8614CFB9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A92FE4-306A-7492-429F-04515918B94A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5F8B7514-ADD7-C4CC-70C3-CBCAE21DF4A5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5F529B6-79B7-5BDA-2A61-100D52BA4764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061C21F-6BC4-80BA-B5EA-04C654DCA245}"/>
              </a:ext>
            </a:extLst>
          </p:cNvPr>
          <p:cNvSpPr/>
          <p:nvPr/>
        </p:nvSpPr>
        <p:spPr>
          <a:xfrm>
            <a:off x="9465980" y="7189643"/>
            <a:ext cx="1612870" cy="3722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4EE0F9-4CCE-D5CD-80F8-4302ACA8AE05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53D288C-3862-D7FD-E251-442CCEAD3E8F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33B918-83C0-77B3-B606-AE12FD31DD10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C3232E-7AF8-26E7-BA87-DA6D1C35DB08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0B3C1E8E-27D1-407A-E106-E1A1BB702BB5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6E950B-0D85-1E7D-6684-0C351A4FA2FE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642AA6-562B-2BA9-1C82-94CA9336FD9B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EE3852C-F761-7E15-5D95-54AC85C76467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8DC520A-9D7B-E4F5-D4ED-8F2660318CCA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F98FF63-C139-8E36-7C26-2B1B70FB838C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5208F321-CE90-24A3-6DF5-0DD05145E5DC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A6C9125-DDD8-4D50-7F72-D97E6EA58BAF}"/>
              </a:ext>
            </a:extLst>
          </p:cNvPr>
          <p:cNvSpPr/>
          <p:nvPr/>
        </p:nvSpPr>
        <p:spPr>
          <a:xfrm>
            <a:off x="9839628" y="2640153"/>
            <a:ext cx="2110118" cy="19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17020BC-5201-423D-83E3-959EE0EF6FCE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0EA7914-187D-D119-D9F1-5B46848F5787}"/>
              </a:ext>
            </a:extLst>
          </p:cNvPr>
          <p:cNvSpPr txBox="1"/>
          <p:nvPr/>
        </p:nvSpPr>
        <p:spPr>
          <a:xfrm>
            <a:off x="79253" y="107103"/>
            <a:ext cx="443357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BD2</a:t>
            </a:r>
            <a:r>
              <a:rPr lang="fr-MA" sz="1100">
                <a:ea typeface="+mn-lt"/>
                <a:cs typeface="+mn-lt"/>
              </a:rPr>
              <a:t>.The </a:t>
            </a:r>
            <a:r>
              <a:rPr lang="fr-MA" sz="1100" err="1">
                <a:ea typeface="+mn-lt"/>
                <a:cs typeface="+mn-lt"/>
              </a:rPr>
              <a:t>relationship</a:t>
            </a:r>
            <a:r>
              <a:rPr lang="fr-MA" sz="1100">
                <a:ea typeface="+mn-lt"/>
                <a:cs typeface="+mn-lt"/>
              </a:rPr>
              <a:t> «manages» </a:t>
            </a:r>
            <a:r>
              <a:rPr lang="fr-MA" sz="1100" err="1">
                <a:ea typeface="+mn-lt"/>
                <a:cs typeface="+mn-lt"/>
              </a:rPr>
              <a:t>is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created</a:t>
            </a:r>
            <a:r>
              <a:rPr lang="fr-MA" sz="1100">
                <a:ea typeface="+mn-lt"/>
                <a:cs typeface="+mn-lt"/>
              </a:rPr>
              <a:t> .An </a:t>
            </a:r>
            <a:r>
              <a:rPr lang="fr-MA" sz="1100" err="1">
                <a:ea typeface="+mn-lt"/>
                <a:cs typeface="+mn-lt"/>
              </a:rPr>
              <a:t>academic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employee</a:t>
            </a:r>
            <a:r>
              <a:rPr lang="fr-MA" sz="1100">
                <a:ea typeface="+mn-lt"/>
                <a:cs typeface="+mn-lt"/>
              </a:rPr>
              <a:t> manages</a:t>
            </a:r>
            <a:r>
              <a:rPr lang="fr-MA" sz="1100" b="1">
                <a:ea typeface="+mn-lt"/>
                <a:cs typeface="+mn-lt"/>
              </a:rPr>
              <a:t> ZERO-to-MANY</a:t>
            </a:r>
            <a:r>
              <a:rPr lang="fr-MA" sz="1100">
                <a:ea typeface="+mn-lt"/>
                <a:cs typeface="+mn-lt"/>
              </a:rPr>
              <a:t> budgets and a budget </a:t>
            </a:r>
            <a:r>
              <a:rPr lang="fr-MA" sz="1100" err="1">
                <a:ea typeface="+mn-lt"/>
                <a:cs typeface="+mn-lt"/>
              </a:rPr>
              <a:t>is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managed</a:t>
            </a:r>
            <a:r>
              <a:rPr lang="fr-MA" sz="1100">
                <a:ea typeface="+mn-lt"/>
                <a:cs typeface="+mn-lt"/>
              </a:rPr>
              <a:t> by </a:t>
            </a:r>
            <a:r>
              <a:rPr lang="fr-MA" sz="1100" b="1">
                <a:ea typeface="+mn-lt"/>
                <a:cs typeface="+mn-lt"/>
              </a:rPr>
              <a:t>EXACTLY  ONE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academic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employee</a:t>
            </a:r>
            <a:r>
              <a:rPr lang="fr-MA" sz="1100">
                <a:ea typeface="+mn-lt"/>
                <a:cs typeface="+mn-lt"/>
              </a:rPr>
              <a:t>.</a:t>
            </a:r>
            <a:endParaRPr lang="en-US" err="1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7E81C31-B498-A2C3-4413-02A9619B3277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23425" y="2278439"/>
            <a:ext cx="71262" cy="3617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14C76007-7B54-D5EA-2558-B766B882E1C2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8964DF-6532-BACA-2317-A93929B502BC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57C86C8-24D7-3F3E-A858-D9E4A9C535BB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44273F8-57AD-9BF0-B940-E4D339EC78B3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2AD342-0597-467F-6481-DF7E7B44DCA6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1CF2B6E-64F9-4881-2E56-AE8B749CF636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5842A7F-6BAA-174E-D5A2-97A10F2C93E1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2F3AA0FC-E27E-A457-FE9F-0D10E6422F28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879C3EC-BF68-6013-434D-7F51EEAB41F3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94009E4-DE96-79B0-A493-3719104E8B5A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A7C1881-7609-D957-CC93-1AFBCBE5ABD5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CB0C2530-D7AF-06F5-DA5B-DD399853A689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9594A9F-C20D-69E7-EBCD-314400F0E75A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A28710D5-6326-A93B-A79A-1827975863CB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C7E66D4-D356-C17A-C73C-076F08091830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11034C7-CADA-0816-BC89-9EC71BE8BB3E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9D1F55-9819-4A52-F64C-DC5EEA342CEE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FF857DF-3CEE-8DF1-EBF1-1C05AA678009}"/>
              </a:ext>
            </a:extLst>
          </p:cNvPr>
          <p:cNvCxnSpPr/>
          <p:nvPr/>
        </p:nvCxnSpPr>
        <p:spPr>
          <a:xfrm>
            <a:off x="4505992" y="322138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B92B334-7914-B22D-A076-37CFEE91D82B}"/>
              </a:ext>
            </a:extLst>
          </p:cNvPr>
          <p:cNvSpPr/>
          <p:nvPr/>
        </p:nvSpPr>
        <p:spPr>
          <a:xfrm>
            <a:off x="390496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4B9638-83A3-6DF3-EBBF-A0D1102D51C5}"/>
              </a:ext>
            </a:extLst>
          </p:cNvPr>
          <p:cNvSpPr txBox="1"/>
          <p:nvPr/>
        </p:nvSpPr>
        <p:spPr>
          <a:xfrm>
            <a:off x="4007143" y="287880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7483E83-E549-A1DD-4229-54628936EF71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794F38F-96D4-A4C6-84F0-621B8092C30F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FCF563-76D5-2E7E-8F5C-9FB7C0435CC7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6D4A53-A018-CFD6-3F8A-3D6670A5B586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D5F902-ECFE-8D3F-2BA0-46B324BBC750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3CA446C-2DB9-7B3A-0DD6-A65DF3562D69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FCD72C-3D01-3DE1-C14B-B2FA8DA08754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D375ABB-3EF7-E6BF-427B-198CD81038A4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2A45446B-BDC1-A2F0-D85E-784BA19902D4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7076203-DBAE-6993-EF1C-560BE0DD6F85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24057B8-D6C3-AD21-9F1A-FC6F43330678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8AD0FE-F34D-28AA-A95B-41BE31E9E5F1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C5BA8BB6-7384-577E-2E57-F1A1438815E9}"/>
              </a:ext>
            </a:extLst>
          </p:cNvPr>
          <p:cNvSpPr/>
          <p:nvPr/>
        </p:nvSpPr>
        <p:spPr>
          <a:xfrm>
            <a:off x="5503611" y="461126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61CE0B7-1B8F-1643-18D8-D51161086BBC}"/>
              </a:ext>
            </a:extLst>
          </p:cNvPr>
          <p:cNvCxnSpPr/>
          <p:nvPr/>
        </p:nvCxnSpPr>
        <p:spPr>
          <a:xfrm>
            <a:off x="5020266" y="4497771"/>
            <a:ext cx="481482" cy="28522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7024169E-219F-634B-4F35-19508094E62E}"/>
              </a:ext>
            </a:extLst>
          </p:cNvPr>
          <p:cNvSpPr/>
          <p:nvPr/>
        </p:nvSpPr>
        <p:spPr>
          <a:xfrm>
            <a:off x="4245885" y="3915315"/>
            <a:ext cx="1139641" cy="6021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0F3478-D973-729E-8506-C58301DCEF7E}"/>
              </a:ext>
            </a:extLst>
          </p:cNvPr>
          <p:cNvSpPr txBox="1"/>
          <p:nvPr/>
        </p:nvSpPr>
        <p:spPr>
          <a:xfrm>
            <a:off x="4246875" y="4097821"/>
            <a:ext cx="143230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374B850-63B6-16E4-5CF4-395F208639B0}"/>
              </a:ext>
            </a:extLst>
          </p:cNvPr>
          <p:cNvCxnSpPr/>
          <p:nvPr/>
        </p:nvCxnSpPr>
        <p:spPr>
          <a:xfrm flipV="1">
            <a:off x="5127908" y="4987188"/>
            <a:ext cx="354111" cy="2663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iamond 42">
            <a:extLst>
              <a:ext uri="{FF2B5EF4-FFF2-40B4-BE49-F238E27FC236}">
                <a16:creationId xmlns:a16="http://schemas.microsoft.com/office/drawing/2014/main" id="{D1179412-CD02-D676-62E9-72EDF4182AE4}"/>
              </a:ext>
            </a:extLst>
          </p:cNvPr>
          <p:cNvSpPr/>
          <p:nvPr/>
        </p:nvSpPr>
        <p:spPr>
          <a:xfrm>
            <a:off x="4005474" y="4631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A2667E7-CD7D-6C52-5A48-40AC4E24BDA3}"/>
              </a:ext>
            </a:extLst>
          </p:cNvPr>
          <p:cNvCxnSpPr/>
          <p:nvPr/>
        </p:nvCxnSpPr>
        <p:spPr>
          <a:xfrm>
            <a:off x="2797458" y="4568260"/>
            <a:ext cx="1237036" cy="44047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084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B245-D640-BEFE-1AF6-F1F1586AD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5AF91E-012B-BC38-1339-402184F7D14E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96A8D6-3CBD-E37E-5AAC-C798B7389A97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02B067-D9D2-6621-EA85-732263C80020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004731B-48B1-8747-81D7-DE37E1D4FF8D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198544-2D7D-B8BC-4FF4-714C57DD8725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0A31AC3-1EC0-9D5D-1FAE-B83F73B785EE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5043BC-6CF2-04F6-4DD0-23A87D56F44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2E366-B4D5-4942-640F-E1A19924E3F6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1E1B64-3B66-3732-4DAA-F18C262C416C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88534F1-538E-B878-58CC-7068749F732D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002645-FD79-2747-7D55-233FB6FD2BE9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67A565-6116-3188-76EB-091514097423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50F1EB5-8180-B40C-D96E-FA558A6B11AD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B6226C-E91F-0F0A-2FD3-31203DA9B870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C508FE8-CD3B-F43C-6ADA-15301044B314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E1B9C70-5DE7-98D3-17E3-EDA5EA91A6B8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AE69DA-B36D-EA72-D751-43C844F01671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A13AE9-FBB7-D6BD-7EFB-D9AFB6FCD87A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25647483-8DCF-8191-F867-036F9B620158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FE864-833E-283C-B44B-F421B4AF9C0C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1E50F5-318B-5AB4-02F7-1AD80DE17423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9D847D11-41A6-0052-0A35-4DB4F5B9B23B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A01D123-6BB3-5340-E86A-3A51C4D2709D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749C0A0-6365-ED4D-6A95-5316366391FF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140692EB-2B79-8D8D-FE53-74FC9C51F933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8576165-92EE-8F69-E54A-C0583B185A7F}"/>
              </a:ext>
            </a:extLst>
          </p:cNvPr>
          <p:cNvSpPr/>
          <p:nvPr/>
        </p:nvSpPr>
        <p:spPr>
          <a:xfrm>
            <a:off x="9839628" y="2640153"/>
            <a:ext cx="2110118" cy="19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1A2C4FA-F129-DF26-E450-A4EEC3A34EDD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507C535-2329-53D0-BFB2-0B5850FA5311}"/>
              </a:ext>
            </a:extLst>
          </p:cNvPr>
          <p:cNvSpPr txBox="1"/>
          <p:nvPr/>
        </p:nvSpPr>
        <p:spPr>
          <a:xfrm>
            <a:off x="119893" y="56303"/>
            <a:ext cx="443357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BD3.</a:t>
            </a:r>
            <a:r>
              <a:rPr lang="fr-MA" sz="1100">
                <a:ea typeface="+mn-lt"/>
                <a:cs typeface="+mn-lt"/>
              </a:rPr>
              <a:t>The </a:t>
            </a:r>
            <a:r>
              <a:rPr lang="fr-MA" sz="1100" err="1">
                <a:ea typeface="+mn-lt"/>
                <a:cs typeface="+mn-lt"/>
              </a:rPr>
              <a:t>relationship</a:t>
            </a:r>
            <a:r>
              <a:rPr lang="fr-MA" sz="1100">
                <a:ea typeface="+mn-lt"/>
                <a:cs typeface="+mn-lt"/>
              </a:rPr>
              <a:t> «</a:t>
            </a:r>
            <a:r>
              <a:rPr lang="fr-MA" sz="1100" err="1">
                <a:ea typeface="+mn-lt"/>
                <a:cs typeface="+mn-lt"/>
              </a:rPr>
              <a:t>funds</a:t>
            </a:r>
            <a:r>
              <a:rPr lang="fr-MA" sz="1100">
                <a:ea typeface="+mn-lt"/>
                <a:cs typeface="+mn-lt"/>
              </a:rPr>
              <a:t>» </a:t>
            </a:r>
            <a:r>
              <a:rPr lang="fr-MA" sz="1100" err="1">
                <a:ea typeface="+mn-lt"/>
                <a:cs typeface="+mn-lt"/>
              </a:rPr>
              <a:t>is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created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twice</a:t>
            </a:r>
            <a:r>
              <a:rPr lang="fr-MA" sz="1100">
                <a:ea typeface="+mn-lt"/>
                <a:cs typeface="+mn-lt"/>
              </a:rPr>
              <a:t> .</a:t>
            </a:r>
            <a:r>
              <a:rPr lang="fr-MA" sz="1100" err="1">
                <a:ea typeface="+mn-lt"/>
                <a:cs typeface="+mn-lt"/>
              </a:rPr>
              <a:t>Each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research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project</a:t>
            </a:r>
            <a:r>
              <a:rPr lang="fr-MA" sz="1100">
                <a:ea typeface="+mn-lt"/>
                <a:cs typeface="+mn-lt"/>
              </a:rPr>
              <a:t> and </a:t>
            </a:r>
            <a:r>
              <a:rPr lang="fr-MA" sz="1100" err="1">
                <a:ea typeface="+mn-lt"/>
                <a:cs typeface="+mn-lt"/>
              </a:rPr>
              <a:t>laboratory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should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be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funded</a:t>
            </a:r>
            <a:r>
              <a:rPr lang="fr-MA" sz="1100">
                <a:ea typeface="+mn-lt"/>
                <a:cs typeface="+mn-lt"/>
              </a:rPr>
              <a:t> by </a:t>
            </a:r>
            <a:r>
              <a:rPr lang="fr-MA" sz="1100" b="1">
                <a:ea typeface="+mn-lt"/>
                <a:cs typeface="+mn-lt"/>
              </a:rPr>
              <a:t>at least one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budget.A</a:t>
            </a:r>
            <a:r>
              <a:rPr lang="fr-MA" sz="1100">
                <a:ea typeface="+mn-lt"/>
                <a:cs typeface="+mn-lt"/>
              </a:rPr>
              <a:t> budget </a:t>
            </a:r>
            <a:r>
              <a:rPr lang="fr-MA" sz="1100" err="1">
                <a:ea typeface="+mn-lt"/>
                <a:cs typeface="+mn-lt"/>
              </a:rPr>
              <a:t>may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fund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b="1">
                <a:ea typeface="+mn-lt"/>
                <a:cs typeface="+mn-lt"/>
              </a:rPr>
              <a:t>ZERO-to MANY</a:t>
            </a:r>
            <a:r>
              <a:rPr lang="fr-MA" sz="1100">
                <a:ea typeface="+mn-lt"/>
                <a:cs typeface="+mn-lt"/>
              </a:rPr>
              <a:t> </a:t>
            </a:r>
            <a:r>
              <a:rPr lang="fr-MA" sz="1100" err="1">
                <a:ea typeface="+mn-lt"/>
                <a:cs typeface="+mn-lt"/>
              </a:rPr>
              <a:t>oprojects</a:t>
            </a:r>
            <a:r>
              <a:rPr lang="fr-MA" sz="1100">
                <a:ea typeface="+mn-lt"/>
                <a:cs typeface="+mn-lt"/>
              </a:rPr>
              <a:t>/</a:t>
            </a:r>
            <a:r>
              <a:rPr lang="fr-MA" sz="1100" err="1">
                <a:ea typeface="+mn-lt"/>
                <a:cs typeface="+mn-lt"/>
              </a:rPr>
              <a:t>laboratories</a:t>
            </a:r>
            <a:endParaRPr lang="fr-MA" sz="1100" err="1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FF383FF-86CE-DBC9-E9F6-C32D27DA54C5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23425" y="2278439"/>
            <a:ext cx="71262" cy="3617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EC19E431-39F5-5125-3E3C-9AD26F445996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4BED85-4538-E446-5C19-82DED1B0C64A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D460D78-F05B-1441-92D2-687ABDF2EBD0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7CC8F98-EB1D-2B17-DB3E-6AB622305536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4C08181-FD43-0F24-561C-67C5E449ED26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1ECE6F-9DB8-7183-7A97-C3D217358F43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B857F98-2FAD-6C02-04C3-903BF8723581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62D1AEF1-4E5A-6258-A8F4-3AC9E6DF1960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12F660C-503E-F33C-B923-7367E05C0493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14453B-7AC4-4215-AA66-2204FE6DDEE0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A6BCB19-C274-59A1-ADDE-24F7E8696049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C97F198-0E79-7ED4-04EE-E17E1098475B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37F9EDE-6BBD-AFB2-BCC7-371DA5801157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00E827C7-F525-F7BC-3260-B157A5FB91DF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45313AC-0E5D-D287-200F-0330B353D570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681ABCF-3AAC-9C15-5649-A4B38BCCD71D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19C388-DDEE-56C4-7C4C-253078CD81FB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CAA780D-3801-FEF7-D6D8-E76B1105A6F8}"/>
              </a:ext>
            </a:extLst>
          </p:cNvPr>
          <p:cNvCxnSpPr/>
          <p:nvPr/>
        </p:nvCxnSpPr>
        <p:spPr>
          <a:xfrm>
            <a:off x="4465352" y="322138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8674DA82-344B-B310-D648-5364B1E0FC15}"/>
              </a:ext>
            </a:extLst>
          </p:cNvPr>
          <p:cNvSpPr/>
          <p:nvPr/>
        </p:nvSpPr>
        <p:spPr>
          <a:xfrm>
            <a:off x="385416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D265A4-7084-1BAB-88CA-758C9F013D0B}"/>
              </a:ext>
            </a:extLst>
          </p:cNvPr>
          <p:cNvSpPr txBox="1"/>
          <p:nvPr/>
        </p:nvSpPr>
        <p:spPr>
          <a:xfrm>
            <a:off x="3905543" y="283816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11BAC4-413E-4894-691E-3726EF037A2C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0D03E69-795D-E903-3239-89C93E18AE2D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F5E7EE1-5534-A702-49F1-717E5AFA7DA5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B3E659-2BD7-2BE4-54D1-90E10842AB76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8A45FC1-D244-3A0D-82CA-89B7C0B9B48C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3B474DC-D04C-E35E-533D-2CB9C73A1AD2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606F95-90C7-468C-9AA5-7239D6151C3E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EDB25FD-7602-9B57-FD5B-B17FBE4300AE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D38700E3-C7FC-3579-ACD8-8DD1B6E1E58F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6F7B9E7-C415-9F8B-CD52-9A36943457B0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BC17A2D-34BC-9529-618A-F58227CEC676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EEA610F-E071-89DE-5599-EE83E04DC9E0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7AFD3199-5B64-DCA0-F2F9-6E790C396B84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6BE14BD-35E7-A998-0F5F-0B8581D1F117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FE72454-40FC-22B1-C220-DB255A1F1871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B7837E35-FACD-4559-883A-470041EE9B26}"/>
              </a:ext>
            </a:extLst>
          </p:cNvPr>
          <p:cNvSpPr/>
          <p:nvPr/>
        </p:nvSpPr>
        <p:spPr>
          <a:xfrm>
            <a:off x="3162194" y="5139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A47D32C-96FD-AD32-10BD-FEE70F030D49}"/>
              </a:ext>
            </a:extLst>
          </p:cNvPr>
          <p:cNvCxnSpPr/>
          <p:nvPr/>
        </p:nvCxnSpPr>
        <p:spPr>
          <a:xfrm>
            <a:off x="2695858" y="4486980"/>
            <a:ext cx="525836" cy="10094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7FA07A00-6222-AFBC-A260-3BF1895DB294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C30BF0-E52E-D583-9105-F2E4D2081FDB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81F20EA-0CF9-02A9-8FC3-2D7D107BF9D9}"/>
              </a:ext>
            </a:extLst>
          </p:cNvPr>
          <p:cNvCxnSpPr/>
          <p:nvPr/>
        </p:nvCxnSpPr>
        <p:spPr>
          <a:xfrm flipV="1">
            <a:off x="5273841" y="4970247"/>
            <a:ext cx="537708" cy="6380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E71D81B1-DF24-BF7C-586F-9458A4707252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E76B61C-D618-2DCE-EB46-3A539636E53C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224599C-C90B-7F64-5031-26AB8D6E9C41}"/>
              </a:ext>
            </a:extLst>
          </p:cNvPr>
          <p:cNvCxnSpPr/>
          <p:nvPr/>
        </p:nvCxnSpPr>
        <p:spPr>
          <a:xfrm flipV="1">
            <a:off x="5918669" y="2646966"/>
            <a:ext cx="1919033" cy="296949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E66FCF9-5AB5-BDAB-DC87-00281B0AC9C2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CC38725-D8CC-3A6B-6D76-AC5D41797393}"/>
              </a:ext>
            </a:extLst>
          </p:cNvPr>
          <p:cNvCxnSpPr>
            <a:cxnSpLocks/>
          </p:cNvCxnSpPr>
          <p:nvPr/>
        </p:nvCxnSpPr>
        <p:spPr>
          <a:xfrm>
            <a:off x="4313932" y="5524190"/>
            <a:ext cx="372497" cy="31081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74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2617-8E02-E55A-315A-7229A8CA8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55E49C-3218-8954-8D87-FEF6324B7EF4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389A24-46A8-D654-D517-A03C18054753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58A9C2-DAA5-3A0C-E9F3-88B8D083E4F8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FCF6206-1DC0-1C04-E614-357EA529909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15EFFB-E055-0F35-C076-06F3B70CE57D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F45E231-2268-8360-9A30-B4DF16763BB0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AC175-9B97-47F6-F4EE-5E843BC87D1D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AB87A5-2F30-D8D9-BE45-B335B1C84366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654E4A-04B9-7C95-2AB3-B1F5722D2095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C42FE1D-181E-C19A-94EB-2C5FFA19B5AD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3B3338E-6291-CFF0-7337-AD9610ACD6E4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D489A6-6018-A5A5-AD77-CBB8E28A50C8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D454064-ACCB-6F30-8AF1-6DCF91A3D2EC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BFA6C1-E220-70B2-6B33-94B234CF06B1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358FDC0-04D9-A5BE-9652-F79C64E3D9FA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7E958073-EF4A-871B-0D8B-12A54664E0D1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565728-4FA6-D9E7-336A-9F403A696D49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6042F7-340B-2EBC-FA6D-B501C6B50A1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2734A5D1-A632-5E8A-4706-C76165286CB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08E02B-C229-70B1-3BEC-F1300BF399DA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22FDD4-4153-B6D8-E8D5-1B87E58953E5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4134507F-3C9D-F333-D64B-2A5A00ABDD26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CF1AD6C-546A-B59C-1E78-36C2E83A4269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1C9E399-D927-9EA2-25B7-73990B0AA3BD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309F50A0-57EA-21B9-D720-B479FA3987A8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E7CC511-767B-18C0-35C4-D12208261836}"/>
              </a:ext>
            </a:extLst>
          </p:cNvPr>
          <p:cNvSpPr/>
          <p:nvPr/>
        </p:nvSpPr>
        <p:spPr>
          <a:xfrm>
            <a:off x="9839628" y="2640153"/>
            <a:ext cx="2110118" cy="19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1A356ED-E6BF-2581-CC08-5B7F00079DAA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F9EA608-EC91-CEA3-4CC0-6C4EFF1E6C34}"/>
              </a:ext>
            </a:extLst>
          </p:cNvPr>
          <p:cNvSpPr txBox="1"/>
          <p:nvPr/>
        </p:nvSpPr>
        <p:spPr>
          <a:xfrm>
            <a:off x="119893" y="56303"/>
            <a:ext cx="44335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/>
              <a:t>EQ1</a:t>
            </a:r>
            <a:r>
              <a:rPr lang="fr-MA" sz="1100"/>
              <a:t>.Nothing </a:t>
            </a:r>
            <a:r>
              <a:rPr lang="fr-MA" sz="1100" err="1"/>
              <a:t>changed</a:t>
            </a:r>
            <a:r>
              <a:rPr lang="fr-MA" sz="1100"/>
              <a:t> </a:t>
            </a:r>
            <a:r>
              <a:rPr lang="fr-MA" sz="1100" err="1"/>
              <a:t>just</a:t>
            </a:r>
            <a:r>
              <a:rPr lang="fr-MA" sz="1100"/>
              <a:t> </a:t>
            </a:r>
            <a:r>
              <a:rPr lang="fr-MA" sz="1100" err="1"/>
              <a:t>keep</a:t>
            </a:r>
            <a:r>
              <a:rPr lang="fr-MA" sz="1100"/>
              <a:t> in </a:t>
            </a:r>
            <a:r>
              <a:rPr lang="fr-MA" sz="1100" err="1"/>
              <a:t>mind</a:t>
            </a:r>
            <a:r>
              <a:rPr lang="fr-MA" sz="1100"/>
              <a:t> </a:t>
            </a:r>
            <a:r>
              <a:rPr lang="fr-MA" sz="1100" err="1"/>
              <a:t>that</a:t>
            </a:r>
            <a:r>
              <a:rPr lang="fr-MA" sz="1100"/>
              <a:t> </a:t>
            </a:r>
            <a:r>
              <a:rPr lang="fr-MA" sz="1100" err="1"/>
              <a:t>equipment</a:t>
            </a:r>
            <a:r>
              <a:rPr lang="fr-MA" sz="1100"/>
              <a:t> model and </a:t>
            </a:r>
            <a:r>
              <a:rPr lang="fr-MA" sz="1100" err="1"/>
              <a:t>equipment</a:t>
            </a:r>
            <a:r>
              <a:rPr lang="fr-MA" sz="1100"/>
              <a:t> unit are </a:t>
            </a:r>
            <a:r>
              <a:rPr lang="fr-MA" sz="1100" err="1"/>
              <a:t>two</a:t>
            </a:r>
            <a:r>
              <a:rPr lang="fr-MA" sz="1100"/>
              <a:t> </a:t>
            </a:r>
            <a:r>
              <a:rPr lang="fr-MA" sz="1100" err="1"/>
              <a:t>diffrent</a:t>
            </a:r>
            <a:r>
              <a:rPr lang="fr-MA" sz="1100"/>
              <a:t> </a:t>
            </a:r>
            <a:r>
              <a:rPr lang="fr-MA" sz="1100" err="1"/>
              <a:t>things</a:t>
            </a:r>
            <a:r>
              <a:rPr lang="fr-MA" sz="1100"/>
              <a:t>.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C36FEA9-D6B6-C7F9-0BED-DD456929BEDF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23425" y="2278439"/>
            <a:ext cx="71262" cy="3617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683E078D-106F-5E86-90C3-E4B25945D92F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F0B9CC-5A98-B4B1-C063-5E399B73B2E5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DD9B7D-E343-F493-5DCC-43A5FF84BCC2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EAEA47D-74A4-91DF-AFA1-3E6B6BD55715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6180DB-59ED-21E9-D7D8-D0091F03CB43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171AE7-7B1D-4D01-A1F9-D7DDF71A30D8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9518C60-08A2-400C-4302-C7E70B19B6F1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2D7681B-014D-2808-8261-97C26CB815C0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95DAA-2800-5A1C-A742-852BCBF0D3CC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17805CF-62B3-875F-17CC-9872CBB4E154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6A69D3B-EF74-91C2-1A4B-D7207BB2581A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4D6CC589-F78D-5B2D-9AFA-7D367B0F71D5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69F7F18-0A2F-EE61-9053-44C5E4164B24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A02BCC84-3A81-3C27-2ED9-19B7CCE38683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ED36020-9A01-F31C-D6E1-CE199ED0A1E1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AE4BC3C-EF9E-9E50-8670-2850AA0A7585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9ADDA7-EFB5-E603-E45D-E748E3DD1892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D4BAB42-CE97-B9D3-3936-BFD05ECF7B08}"/>
              </a:ext>
            </a:extLst>
          </p:cNvPr>
          <p:cNvCxnSpPr/>
          <p:nvPr/>
        </p:nvCxnSpPr>
        <p:spPr>
          <a:xfrm>
            <a:off x="451615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1050C31-831C-8BAB-2A12-5625191067E8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D1B3E3-35F1-47B0-0C67-6803E82AAD8C}"/>
              </a:ext>
            </a:extLst>
          </p:cNvPr>
          <p:cNvSpPr txBox="1"/>
          <p:nvPr/>
        </p:nvSpPr>
        <p:spPr>
          <a:xfrm>
            <a:off x="3956343" y="280768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4AA3323-E0E9-1846-3A0B-072723E54FEE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5E18174-CFD6-91A6-174D-9AA66A8AA862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400A9E-DDF4-92E8-DD79-3848DA453416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C888B9-0E3E-B68B-7EAF-B7CE0C44EFA7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5565A3-7DE4-98F7-B2F1-2ABAD85319B5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B4C7D49-46BC-D87C-FFCD-4A64A9CDE0B8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FB83C6-121F-A2A2-A067-CC667CD59673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6669BE7-D2B9-413E-76AC-597E4E1775EC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8DC48A9B-1E71-CF83-5068-5BD1B612094E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3380A38-4CF8-9F4A-6629-24152B1FC41E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EFC65C0-8DA7-E4A3-C0D2-512347C8C023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7ACB3F3-551F-4D28-2381-41C35D1D3BFE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357E6F28-0D44-B1EF-2370-31B22354D602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73D880B-CD29-6B75-7A00-1A318240C248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1FCE94-AE50-9640-801B-39BB1005E52B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20C1985-42D0-6634-71FB-9635B3053003}"/>
              </a:ext>
            </a:extLst>
          </p:cNvPr>
          <p:cNvSpPr/>
          <p:nvPr/>
        </p:nvSpPr>
        <p:spPr>
          <a:xfrm>
            <a:off x="3162194" y="5139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71E59FD-0393-91BE-41A1-6C1E9A485B96}"/>
              </a:ext>
            </a:extLst>
          </p:cNvPr>
          <p:cNvCxnSpPr/>
          <p:nvPr/>
        </p:nvCxnSpPr>
        <p:spPr>
          <a:xfrm>
            <a:off x="2695858" y="4486980"/>
            <a:ext cx="525836" cy="10094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EBA5FCE3-A71E-C3BE-83CB-0EB19A155F72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BE48827-98B8-221A-0EA8-5A4FE4CA5408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A37A8C8-8A85-12D9-0D7B-3A2686F35A98}"/>
              </a:ext>
            </a:extLst>
          </p:cNvPr>
          <p:cNvCxnSpPr/>
          <p:nvPr/>
        </p:nvCxnSpPr>
        <p:spPr>
          <a:xfrm flipV="1">
            <a:off x="5263681" y="4970247"/>
            <a:ext cx="547868" cy="6481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C4834626-60C0-9900-F477-6A6D2175C327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968EC9B-C30B-F2B9-33AF-8E50803E33A1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F66D9C0-6D2A-4C8D-2668-064F0D538D50}"/>
              </a:ext>
            </a:extLst>
          </p:cNvPr>
          <p:cNvCxnSpPr/>
          <p:nvPr/>
        </p:nvCxnSpPr>
        <p:spPr>
          <a:xfrm flipV="1">
            <a:off x="5989789" y="2636806"/>
            <a:ext cx="1878393" cy="29390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2A1FBBA-EA63-88B6-F6F9-7AFC0C6D0A50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C677B79-DDB0-1F2F-FB56-1E9E3E47A908}"/>
              </a:ext>
            </a:extLst>
          </p:cNvPr>
          <p:cNvCxnSpPr>
            <a:cxnSpLocks/>
          </p:cNvCxnSpPr>
          <p:nvPr/>
        </p:nvCxnSpPr>
        <p:spPr>
          <a:xfrm>
            <a:off x="4313932" y="5524190"/>
            <a:ext cx="372497" cy="31081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130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DE54F-BA6C-3F6B-8D91-D1138340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A6431D-0BC2-C3D2-F6A7-94159152D8AA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0A0E20-D422-CB01-EDAC-54E4E9AE4AA4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E5C18B-C21F-EEB1-F310-73132941152A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91D2C3D3-C68D-ED01-4AAE-FFE3BE2EE341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8E4DBA-7E37-E65F-9252-B8280E8691F8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32F6A28-BA70-EC73-A599-40428DAB143E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09F77F-26C3-F5ED-983B-C002043E1697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6A1FD3-95CB-277E-AED0-002B28E6B66F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4F56D8-E71D-EB7A-A35E-86FE0CBC85BE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6FEA786-2FB5-EB46-894F-EEBB4AA71DD9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B2B46E-CCF9-34E0-4603-A899D4115B65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BF18564-EE78-1ED0-A674-BA51EA0873A7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7F81830-0E3B-1474-5D8B-0603DC946EEC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881B0D-A1C9-0F9E-921B-5A068E4C9DDF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CF80594-BC3E-8C51-2A33-AE1BE2575BA8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AE921066-C38D-1C2A-05F4-633EE6F430AF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70E1AC-06A3-0EF3-F45E-F96911A7A253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886C3C-3A2A-A234-86C3-71862F664944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9E119772-76D5-B87E-7595-A4FC739EC3DC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AB1C89-8D66-0E8C-755D-E59B22BFC120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DF69B4-39E1-4DD6-CC65-0C8E7FA9EDF2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381EECC-42D1-3661-DF64-A4DBDA2FD5D2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6D075F7-0757-B4CD-84FF-C138092A7BF8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565FD14-C88A-61A1-C31C-DA3645426C29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60D3B8B7-5285-AC59-93D2-5D81E1B84E35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F46944C-85DE-5F4C-9C1D-6269184003D2}"/>
              </a:ext>
            </a:extLst>
          </p:cNvPr>
          <p:cNvSpPr/>
          <p:nvPr/>
        </p:nvSpPr>
        <p:spPr>
          <a:xfrm>
            <a:off x="9839628" y="2640153"/>
            <a:ext cx="2110118" cy="19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Equipement unit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817D978-B2EA-1EB0-4BA2-E64945C712D3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5AB5B52-1BAF-C8A9-AF3E-0A80CDEE1C78}"/>
              </a:ext>
            </a:extLst>
          </p:cNvPr>
          <p:cNvSpPr txBox="1"/>
          <p:nvPr/>
        </p:nvSpPr>
        <p:spPr>
          <a:xfrm>
            <a:off x="119893" y="56303"/>
            <a:ext cx="44335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EQ2</a:t>
            </a:r>
            <a:r>
              <a:rPr lang="fr-MA" sz="1100">
                <a:ea typeface="+mn-lt"/>
                <a:cs typeface="+mn-lt"/>
              </a:rPr>
              <a:t>. An </a:t>
            </a:r>
            <a:r>
              <a:rPr lang="fr-MA" sz="1100" err="1">
                <a:ea typeface="+mn-lt"/>
                <a:cs typeface="+mn-lt"/>
              </a:rPr>
              <a:t>entity</a:t>
            </a:r>
            <a:r>
              <a:rPr lang="fr-MA" sz="1100">
                <a:ea typeface="+mn-lt"/>
                <a:cs typeface="+mn-lt"/>
              </a:rPr>
              <a:t>  «</a:t>
            </a:r>
            <a:r>
              <a:rPr lang="fr-MA" sz="1100" err="1">
                <a:ea typeface="+mn-lt"/>
                <a:cs typeface="+mn-lt"/>
              </a:rPr>
              <a:t>equipment</a:t>
            </a:r>
            <a:r>
              <a:rPr lang="fr-MA" sz="1100">
                <a:ea typeface="+mn-lt"/>
                <a:cs typeface="+mn-lt"/>
              </a:rPr>
              <a:t> model»  and </a:t>
            </a:r>
            <a:r>
              <a:rPr lang="fr-MA" sz="1100" err="1">
                <a:ea typeface="+mn-lt"/>
                <a:cs typeface="+mn-lt"/>
              </a:rPr>
              <a:t>its</a:t>
            </a:r>
            <a:r>
              <a:rPr lang="fr-MA" sz="1100">
                <a:ea typeface="+mn-lt"/>
                <a:cs typeface="+mn-lt"/>
              </a:rPr>
              <a:t> key </a:t>
            </a:r>
            <a:r>
              <a:rPr lang="fr-MA" sz="1100" err="1">
                <a:ea typeface="+mn-lt"/>
                <a:cs typeface="+mn-lt"/>
              </a:rPr>
              <a:t>attribute«model</a:t>
            </a:r>
            <a:r>
              <a:rPr lang="fr-MA" sz="1100">
                <a:ea typeface="+mn-lt"/>
                <a:cs typeface="+mn-lt"/>
              </a:rPr>
              <a:t> identifier» are </a:t>
            </a:r>
            <a:r>
              <a:rPr lang="fr-MA" sz="1100" err="1">
                <a:ea typeface="+mn-lt"/>
                <a:cs typeface="+mn-lt"/>
              </a:rPr>
              <a:t>created</a:t>
            </a:r>
            <a:r>
              <a:rPr lang="fr-MA" sz="1100">
                <a:ea typeface="+mn-lt"/>
                <a:cs typeface="+mn-lt"/>
              </a:rPr>
              <a:t>.</a:t>
            </a:r>
            <a:endParaRPr lang="fr-MA" sz="110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B40D07D-504B-5570-4111-69ED77D2D537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H="1" flipV="1">
            <a:off x="10823425" y="2278439"/>
            <a:ext cx="71262" cy="3617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2E7BDF94-46A0-EB39-3837-8515AC129213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24422B-4BAE-7070-EF75-C82CA74AC0D5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780F9F-DCE9-AB48-28B2-7FF574B8D15E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FA986A0-A7A3-4C3C-AD9D-9C23CB25CF0A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03A0B5-2D1B-5415-920C-36D2C8E9DB10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27E391D-40FA-D2CC-90D9-BFF6CE1D40AC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2D12B91-1145-B1EF-34C4-CBE7D2D781C9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F819C70D-0817-414E-3228-22A4980A48D5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41EA91-AE1E-F457-5CCE-1F60D8472297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4EC1A6C-F4A2-ECB8-6A7A-35D2EA0F8CCB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A074591-021B-332A-6C02-E428E5B9B6E4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1DA07C23-2FDC-660E-2640-44DD39AD24A5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63FA790-D35B-7174-FA3C-BC5B1971C60E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A0154CF6-2EAE-4F09-B60F-6415AEC867BA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2C4E2A1-BE5E-AD03-5948-D7FF167E97F5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3532F25-4B38-AAF3-0E9D-EB87EB7BDD26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016CA9-D739-382C-1B9B-4AB49FC556D8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E29E2E3-0371-4E09-60CD-D0383E99B6D9}"/>
              </a:ext>
            </a:extLst>
          </p:cNvPr>
          <p:cNvCxnSpPr/>
          <p:nvPr/>
        </p:nvCxnSpPr>
        <p:spPr>
          <a:xfrm>
            <a:off x="4465352" y="322138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8501BFB0-D147-6968-9A5F-87D517841522}"/>
              </a:ext>
            </a:extLst>
          </p:cNvPr>
          <p:cNvSpPr/>
          <p:nvPr/>
        </p:nvSpPr>
        <p:spPr>
          <a:xfrm>
            <a:off x="38440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45D1C9-964D-21E7-AB60-20C0CCE8F08C}"/>
              </a:ext>
            </a:extLst>
          </p:cNvPr>
          <p:cNvSpPr txBox="1"/>
          <p:nvPr/>
        </p:nvSpPr>
        <p:spPr>
          <a:xfrm>
            <a:off x="3905543" y="280768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8A6030F-6143-FA3F-6972-23DFEF57B11B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5A5A2FA-C768-CE5F-E02D-362FC56D0A1E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8B81776-6E77-A99C-1A19-836F2CA01622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38A802-1D46-56CB-A352-26E560F49016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3A8360-7168-C602-B7D6-16681B31AC2C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19FB2B8-4DEB-2956-7B85-E70953FAD82D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1166DF-3F63-7DA2-5B67-B1B0C6146E33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A2B7CCE-F016-E1E2-CDF2-2BA195BC9B65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11C855A3-6243-0993-B88A-C7E72FAFBDB2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7336226-B776-229C-DBCD-AF37578CD50B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20BFE8-51EA-5A7D-0958-843A3BA95651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86BADE9-34F0-C6D3-0693-655F8F3CC6AE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76AC80EB-FC49-624E-E56D-39FE87CC461B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D556B07-6D42-845B-C313-4DE3FF9BE9A0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A8C22E7-DDB5-80D5-B958-AEB86C8691BC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D93ABA12-3047-C0F5-D4CC-5F265FBFF3A5}"/>
              </a:ext>
            </a:extLst>
          </p:cNvPr>
          <p:cNvSpPr/>
          <p:nvPr/>
        </p:nvSpPr>
        <p:spPr>
          <a:xfrm>
            <a:off x="3162194" y="5139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674D301-69CD-5543-F41D-A425FD0C957D}"/>
              </a:ext>
            </a:extLst>
          </p:cNvPr>
          <p:cNvCxnSpPr/>
          <p:nvPr/>
        </p:nvCxnSpPr>
        <p:spPr>
          <a:xfrm>
            <a:off x="2695858" y="4486980"/>
            <a:ext cx="525836" cy="10094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66288326-5415-722C-3290-380D414CBC53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96C9627-8783-DB95-70EF-9F1D97D260CC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A1813B8-707B-44F5-1AC9-2D0B7DD8D148}"/>
              </a:ext>
            </a:extLst>
          </p:cNvPr>
          <p:cNvCxnSpPr/>
          <p:nvPr/>
        </p:nvCxnSpPr>
        <p:spPr>
          <a:xfrm flipV="1">
            <a:off x="5263681" y="4970247"/>
            <a:ext cx="547868" cy="6481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B5477895-0251-8C2E-5034-B1338E9F7E17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E5A3162-3657-F13D-D772-61B465301CAF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0172404-B248-05D1-EEEF-E75BC45019B4}"/>
              </a:ext>
            </a:extLst>
          </p:cNvPr>
          <p:cNvCxnSpPr/>
          <p:nvPr/>
        </p:nvCxnSpPr>
        <p:spPr>
          <a:xfrm flipV="1">
            <a:off x="5989789" y="2636806"/>
            <a:ext cx="1878393" cy="29390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8B12B49-BBDA-C556-5E6C-CF9AAF415C5F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11F12A6-8A2F-E284-5818-5B44BA2E8311}"/>
              </a:ext>
            </a:extLst>
          </p:cNvPr>
          <p:cNvCxnSpPr>
            <a:cxnSpLocks/>
          </p:cNvCxnSpPr>
          <p:nvPr/>
        </p:nvCxnSpPr>
        <p:spPr>
          <a:xfrm>
            <a:off x="4313932" y="5524190"/>
            <a:ext cx="372497" cy="31081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3AA69-7A84-9885-A490-14166B95A853}"/>
              </a:ext>
            </a:extLst>
          </p:cNvPr>
          <p:cNvSpPr/>
          <p:nvPr/>
        </p:nvSpPr>
        <p:spPr>
          <a:xfrm>
            <a:off x="8598540" y="3507589"/>
            <a:ext cx="1265533" cy="5999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0000"/>
                </a:solidFill>
                <a:ea typeface="+mn-lt"/>
                <a:cs typeface="+mn-lt"/>
              </a:rPr>
              <a:t>equipment model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60AF085-BBE5-C734-1339-6BDD28438550}"/>
              </a:ext>
            </a:extLst>
          </p:cNvPr>
          <p:cNvSpPr/>
          <p:nvPr/>
        </p:nvSpPr>
        <p:spPr>
          <a:xfrm>
            <a:off x="8015334" y="277899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rgbClr val="FF0000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rgbClr val="FF0000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BAA8556-1A46-8927-35B6-1B748BEF3E83}"/>
              </a:ext>
            </a:extLst>
          </p:cNvPr>
          <p:cNvCxnSpPr/>
          <p:nvPr/>
        </p:nvCxnSpPr>
        <p:spPr>
          <a:xfrm>
            <a:off x="8710083" y="3280754"/>
            <a:ext cx="154388" cy="218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334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5B739-254A-B150-B879-CEE9989BB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9A1549-9AD1-91A8-DE8E-7C255615507B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F41D9D-B59B-4978-0ACF-FD042DDACD07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A92423-9346-50D6-2BE7-4B84B26E313B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1D0497C7-8524-A188-D1C7-9FA79A62D1A5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EC2E0B-78F8-FEC3-8847-227D590EF7AB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4E34EC7-A9CF-C96C-78D6-447241E97AFA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FFC9F2-B32F-6EC4-7336-A0E90865A74A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2D7C1A-63D7-E5DD-B1E2-0CBC9F36CBD1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CD0D2-3615-F06A-2F75-D11F2DE7EA9D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19AF161-E686-258B-4E1F-9517AE8BF672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CC022B-9E45-7587-7794-BFD55C42CC77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79E91F-BFB9-E37C-B8D6-2EBC279876F8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E4FD880-84B6-566F-6DDD-D32501F74509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313B55-9FD0-0C63-D02D-3F306D27CFCF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3B6A504-B93F-002D-7597-5214AF67CE04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EA7EFE38-50B7-9FC6-8073-85365E9DC2F7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08838A-5E08-954D-C87A-E5801D45E23F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292FE9-3B15-1779-6D1D-8C3FDEF6FE64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50EE2502-87D3-AA09-D211-D418E4432471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630B9A-11BC-7554-A588-DCAD1BE89EFC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7946A8-5C86-4944-4EA4-32D162F7F7B5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4209EE0E-8687-6F71-6667-FA928A2890F2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FCCCC3D-8EA3-E430-AB29-9ECC21AC3883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A23490D-43F8-C6CE-6B04-B01B90E44C30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BE8CFBCF-4212-F22E-8DB6-FADE71FE8999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853EA2C-50BE-421F-398E-8C7F6C79DDC8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36A90EB-6C42-E2FA-4244-C1E6111F101D}"/>
              </a:ext>
            </a:extLst>
          </p:cNvPr>
          <p:cNvSpPr txBox="1"/>
          <p:nvPr/>
        </p:nvSpPr>
        <p:spPr>
          <a:xfrm>
            <a:off x="119893" y="56303"/>
            <a:ext cx="44335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EQ3</a:t>
            </a:r>
            <a:r>
              <a:rPr lang="fr-MA" sz="1100">
                <a:ea typeface="+mn-lt"/>
                <a:cs typeface="+mn-lt"/>
              </a:rPr>
              <a:t>. Add key </a:t>
            </a:r>
            <a:r>
              <a:rPr lang="fr-MA" sz="1100" err="1">
                <a:ea typeface="+mn-lt"/>
                <a:cs typeface="+mn-lt"/>
              </a:rPr>
              <a:t>attribute</a:t>
            </a:r>
            <a:r>
              <a:rPr lang="fr-MA" sz="1100">
                <a:ea typeface="+mn-lt"/>
                <a:cs typeface="+mn-lt"/>
              </a:rPr>
              <a:t>  «serial </a:t>
            </a:r>
            <a:r>
              <a:rPr lang="fr-MA" sz="1100" err="1">
                <a:ea typeface="+mn-lt"/>
                <a:cs typeface="+mn-lt"/>
              </a:rPr>
              <a:t>number</a:t>
            </a:r>
            <a:r>
              <a:rPr lang="fr-MA" sz="1100">
                <a:ea typeface="+mn-lt"/>
                <a:cs typeface="+mn-lt"/>
              </a:rPr>
              <a:t>» to the </a:t>
            </a:r>
            <a:r>
              <a:rPr lang="fr-MA" sz="1100" err="1">
                <a:ea typeface="+mn-lt"/>
                <a:cs typeface="+mn-lt"/>
              </a:rPr>
              <a:t>entity</a:t>
            </a:r>
            <a:r>
              <a:rPr lang="fr-MA" sz="1100">
                <a:ea typeface="+mn-lt"/>
                <a:cs typeface="+mn-lt"/>
              </a:rPr>
              <a:t>  «</a:t>
            </a:r>
            <a:r>
              <a:rPr lang="fr-MA" sz="1100" err="1">
                <a:ea typeface="+mn-lt"/>
                <a:cs typeface="+mn-lt"/>
              </a:rPr>
              <a:t>equipment</a:t>
            </a:r>
            <a:r>
              <a:rPr lang="fr-MA" sz="1100">
                <a:ea typeface="+mn-lt"/>
                <a:cs typeface="+mn-lt"/>
              </a:rPr>
              <a:t> unit »  .</a:t>
            </a:r>
            <a:endParaRPr lang="en-US" err="1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C90CA92-C5D4-9EBA-976F-5B98BAEE2307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9736447" y="2278439"/>
            <a:ext cx="1097138" cy="31455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E30CCE13-CBF1-051E-DA80-EE847193145D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572339-63F3-FCD8-F21E-94BCEF603F4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0998DF8-F284-973B-F5A3-4D57A2FD7936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2F28895-0785-E250-D2AF-73C289F8BD3D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F70D064-B04F-5027-49E6-329AA3FA378A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019348A-E9F0-5892-A5FF-6E26C7BAFA96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C1344E2-F491-00DF-5D07-E9F33ECA08C8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65F1C898-F79E-1DC4-65D5-4C17B140DCF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4F23AB-A89F-219D-A06A-0C0BBBA9F778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C7B418-07EA-83F2-BACC-AA68CFA4B21A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7A67048-CB5B-F064-EC50-98CBE7FB3D7F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D69F0846-3036-BB20-54E0-5AD48DF88834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CB3535A-B422-19A9-2869-D67DB707250B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DF69A80D-01B0-7D24-5EF3-1F04D0FE31BB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AD0144C-55B4-0331-6513-4350F07209C2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E98790B-BB65-D8DE-ADB0-C8D0CD157574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CA7519-5868-03EC-1AD8-115C30694F77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B228243-01DD-22BF-E6AA-18AA10C881A9}"/>
              </a:ext>
            </a:extLst>
          </p:cNvPr>
          <p:cNvCxnSpPr/>
          <p:nvPr/>
        </p:nvCxnSpPr>
        <p:spPr>
          <a:xfrm>
            <a:off x="4485672" y="3058823"/>
            <a:ext cx="196869" cy="2359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5611D50-DE25-7C38-5A67-0D52CC8FDD17}"/>
              </a:ext>
            </a:extLst>
          </p:cNvPr>
          <p:cNvSpPr/>
          <p:nvPr/>
        </p:nvSpPr>
        <p:spPr>
          <a:xfrm>
            <a:off x="3904960" y="272341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0107CD-88E3-EC03-ED1F-D54F47155A80}"/>
              </a:ext>
            </a:extLst>
          </p:cNvPr>
          <p:cNvSpPr txBox="1"/>
          <p:nvPr/>
        </p:nvSpPr>
        <p:spPr>
          <a:xfrm>
            <a:off x="3956343" y="27975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5F6AF9E-EB03-9EC4-5A8F-A1CF397EAECB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0CA212A-7F2D-8C8E-C029-26C1A9D84D74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F779AB-7010-096D-0A54-761866E9D521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9471E62-C4BF-35B7-D3F9-60612BD0B1CB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F9530E3-1BAF-3C1F-B4E6-A93AF7D71B08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AC528E7-F1EC-23A3-DC4C-A98FA4F07782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14DEC9-C1B2-1D98-6E97-F1398A797E5B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0B4C122-3CE5-75D7-E4D1-429467233E06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12E535FC-A64A-F8CE-F09F-DB9F88E69726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3731EBA-49A0-5177-9144-3DF019032D5A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3C9D5FA-534C-BACC-A60F-456464C1327C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CB81C5-C4AE-5999-535F-3B3CDC47193E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D5AEC32-B9F6-26F4-19EA-21CB9E47CF5B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56298AE-AE28-F5B5-7E71-6A3FEFFFCB5A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288BC26-3113-6BF2-E0E9-80DF45D90ABC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0FF43732-CFA0-19BF-E371-1AF20135F4D4}"/>
              </a:ext>
            </a:extLst>
          </p:cNvPr>
          <p:cNvSpPr/>
          <p:nvPr/>
        </p:nvSpPr>
        <p:spPr>
          <a:xfrm>
            <a:off x="3162194" y="5139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A6075D6-3AA4-E355-115A-6A44C74D3DCD}"/>
              </a:ext>
            </a:extLst>
          </p:cNvPr>
          <p:cNvCxnSpPr/>
          <p:nvPr/>
        </p:nvCxnSpPr>
        <p:spPr>
          <a:xfrm>
            <a:off x="2695858" y="4486980"/>
            <a:ext cx="525836" cy="10094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7388CAA9-BA66-19CC-29C3-37AD5A0AD92C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C35D21F-1986-8627-DF55-BDC67EA5636C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FBEBBE3-9289-4F93-2552-3D368432D569}"/>
              </a:ext>
            </a:extLst>
          </p:cNvPr>
          <p:cNvCxnSpPr/>
          <p:nvPr/>
        </p:nvCxnSpPr>
        <p:spPr>
          <a:xfrm flipV="1">
            <a:off x="5263681" y="4970247"/>
            <a:ext cx="547868" cy="6481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1B7D1625-D01D-8AE0-4EA8-0613487DEA05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A50E214-603D-DFAB-C6F4-785C914748B2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7C067B-07F7-6E3C-4D3B-15FC461C54FF}"/>
              </a:ext>
            </a:extLst>
          </p:cNvPr>
          <p:cNvCxnSpPr/>
          <p:nvPr/>
        </p:nvCxnSpPr>
        <p:spPr>
          <a:xfrm flipV="1">
            <a:off x="5989789" y="2636806"/>
            <a:ext cx="1878393" cy="29390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5931BF-57D6-4B93-3E80-158BCFBCBE2C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F9D3934-8CA9-3019-7F57-B34CEA2C2B7A}"/>
              </a:ext>
            </a:extLst>
          </p:cNvPr>
          <p:cNvCxnSpPr>
            <a:cxnSpLocks/>
          </p:cNvCxnSpPr>
          <p:nvPr/>
        </p:nvCxnSpPr>
        <p:spPr>
          <a:xfrm>
            <a:off x="4313932" y="5524190"/>
            <a:ext cx="372497" cy="31081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2B566C2-C7ED-828B-D0E2-EF31D02E3480}"/>
              </a:ext>
            </a:extLst>
          </p:cNvPr>
          <p:cNvSpPr/>
          <p:nvPr/>
        </p:nvSpPr>
        <p:spPr>
          <a:xfrm>
            <a:off x="8598540" y="3507589"/>
            <a:ext cx="1265533" cy="5999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DBD6CCC-7B65-148C-E5E1-C034EF5C9C2D}"/>
              </a:ext>
            </a:extLst>
          </p:cNvPr>
          <p:cNvSpPr/>
          <p:nvPr/>
        </p:nvSpPr>
        <p:spPr>
          <a:xfrm>
            <a:off x="8015334" y="277899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D7026D3-DE85-217C-05FA-DDB1C5F40FB3}"/>
              </a:ext>
            </a:extLst>
          </p:cNvPr>
          <p:cNvSpPr/>
          <p:nvPr/>
        </p:nvSpPr>
        <p:spPr>
          <a:xfrm>
            <a:off x="7527654" y="4353791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serial number</a:t>
            </a:r>
            <a:endParaRPr lang="en-US" sz="12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5A40E7E-D04A-1939-F477-9B3A2DFCB524}"/>
              </a:ext>
            </a:extLst>
          </p:cNvPr>
          <p:cNvSpPr/>
          <p:nvPr/>
        </p:nvSpPr>
        <p:spPr>
          <a:xfrm>
            <a:off x="8506491" y="5320545"/>
            <a:ext cx="1299827" cy="6147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>
                <a:solidFill>
                  <a:srgbClr val="FF0000"/>
                </a:solidFill>
              </a:rPr>
              <a:t>Equipement</a:t>
            </a:r>
            <a:r>
              <a:rPr lang="en-US" sz="1400">
                <a:solidFill>
                  <a:srgbClr val="FF0000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A294E14-5A59-A176-247D-AEE2ACE888B4}"/>
              </a:ext>
            </a:extLst>
          </p:cNvPr>
          <p:cNvCxnSpPr/>
          <p:nvPr/>
        </p:nvCxnSpPr>
        <p:spPr>
          <a:xfrm>
            <a:off x="8710083" y="3280754"/>
            <a:ext cx="154388" cy="218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BF7B5D2-C3D3-97BA-34B1-55274C3537EE}"/>
              </a:ext>
            </a:extLst>
          </p:cNvPr>
          <p:cNvCxnSpPr/>
          <p:nvPr/>
        </p:nvCxnSpPr>
        <p:spPr>
          <a:xfrm>
            <a:off x="8244211" y="4855782"/>
            <a:ext cx="377854" cy="45096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10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09F53-8D1F-CDC5-B3D9-B956F538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643EF9-6A50-B2D7-5745-280481D4E3BE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94E63E-6A8E-92A2-70D6-86FE486C818D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E1D31C-ABD3-4820-48BA-8AD0419FEA9C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1A9AFF0-16A0-DC4B-49B3-47C6A82D22BF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822320-F894-2B1D-6C54-035C0741DA4F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6C29B03-3348-CA27-65F5-C63D999D8884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9E77B1-D550-7438-4473-C203856DE81C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B803DB-5730-B5AD-3E74-F321821235E9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53B549-6E5A-1B41-15C1-14ADB019AD7D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8ADEAD5-2F3D-890F-6B5E-9FBA2F23B02E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A5ED9B3-A5C1-3BEA-FD31-3A65CB5D8AD1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6D0BBD-DD68-D832-C7F4-7A8154E169D8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4E399C3-9DD9-942A-6D69-89B8BD71F200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3E25C-A023-9E30-1A6B-21194469FFB4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A4C50B1-C26C-2D7D-749E-ABAE000444F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F3F7E560-B011-2789-79F9-6B13E711FC0D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76AEFE-2F26-D456-E8B1-223F9DEDD35E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E798EA-4D35-4F71-50F4-19EF91EF4567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A0C45CCB-1E99-A7C0-C258-899C0FB03AA9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C6A252-28FB-983D-9E25-E10ABFAD8307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2390F87-335D-2991-4EE7-6DCD8E088A7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C17F7116-2831-8175-C414-B198C2175F8E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E2BBEC7-D6F0-F496-388E-96D997720F56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4535516-EE48-995F-EBC2-E0D7346C2281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C48DC456-E319-74B1-C8A1-47CE3C3F6246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31AC5B7-EEF2-A964-A428-9C094D69B880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163BE2A-9434-EDE7-50E0-E22CAF26A090}"/>
              </a:ext>
            </a:extLst>
          </p:cNvPr>
          <p:cNvSpPr txBox="1"/>
          <p:nvPr/>
        </p:nvSpPr>
        <p:spPr>
          <a:xfrm>
            <a:off x="119893" y="56303"/>
            <a:ext cx="44335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EQ4</a:t>
            </a:r>
            <a:r>
              <a:rPr lang="fr-MA" sz="1100">
                <a:ea typeface="+mn-lt"/>
                <a:cs typeface="+mn-lt"/>
              </a:rPr>
              <a:t>.Add the </a:t>
            </a:r>
            <a:r>
              <a:rPr lang="fr-MA" sz="1100" err="1">
                <a:ea typeface="+mn-lt"/>
                <a:cs typeface="+mn-lt"/>
              </a:rPr>
              <a:t>attribute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cuurent</a:t>
            </a:r>
            <a:r>
              <a:rPr lang="fr-MA" sz="1100">
                <a:ea typeface="+mn-lt"/>
                <a:cs typeface="+mn-lt"/>
              </a:rPr>
              <a:t> location/Not </a:t>
            </a:r>
            <a:r>
              <a:rPr lang="fr-MA" sz="1100" err="1">
                <a:ea typeface="+mn-lt"/>
                <a:cs typeface="+mn-lt"/>
              </a:rPr>
              <a:t>added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here</a:t>
            </a:r>
            <a:r>
              <a:rPr lang="fr-MA" sz="1100">
                <a:ea typeface="+mn-lt"/>
                <a:cs typeface="+mn-lt"/>
              </a:rPr>
              <a:t> but exits in the last slides.</a:t>
            </a:r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4A4898A-7781-0F97-658F-FD62CA720077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9766927" y="2288599"/>
            <a:ext cx="1046338" cy="30439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D3035D0B-0E3C-F7A1-C0DE-13D6A90574FE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50B041-A313-1B4C-5586-1E042DA4F8C7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D81258E-792B-39D8-B04C-B93A0C06696E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949DC40-9265-00A3-E0EB-81A5BF9C5911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7B931D-71E7-3532-3543-7C8B4853FB25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882C83-9E74-3F4F-9F43-1868340C5FB1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F5BBF86-1B19-DDAB-B529-13DE7E111E7D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638B9D45-BC85-EBFC-0066-112D89A4CEE4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57CE37C-116E-40DE-5EF7-4659B2CA6CB0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2C35934-72D5-D33A-5A24-7EDD9677EBB7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E9B6B6B-42B4-6C87-A015-DDD8FE8A25A9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163566E-7740-8282-0C22-ACE9E7B33278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5E8E240-CE70-FC4F-00DA-B919BA30A23B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BAEB369-DB52-F6A9-5ADA-DDF99F07B2D5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AF8733B-E3FC-7F7A-DC7E-AB935CDBAB34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28D0C3C-F6C3-9EE0-160F-D9C856F273D8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8F28A5-79D4-4291-E6B0-B344E425AA62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C3E8DAB-4785-3DCF-5A45-98A3B0B33190}"/>
              </a:ext>
            </a:extLst>
          </p:cNvPr>
          <p:cNvCxnSpPr/>
          <p:nvPr/>
        </p:nvCxnSpPr>
        <p:spPr>
          <a:xfrm>
            <a:off x="43027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681D4CD-5D89-5605-8605-076008DF526A}"/>
              </a:ext>
            </a:extLst>
          </p:cNvPr>
          <p:cNvSpPr/>
          <p:nvPr/>
        </p:nvSpPr>
        <p:spPr>
          <a:xfrm>
            <a:off x="3894800" y="272341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390E95-5FF8-C6EA-B746-7625323FF740}"/>
              </a:ext>
            </a:extLst>
          </p:cNvPr>
          <p:cNvSpPr txBox="1"/>
          <p:nvPr/>
        </p:nvSpPr>
        <p:spPr>
          <a:xfrm>
            <a:off x="3946183" y="280768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DDB3487-9B52-7C25-8E47-E14366D6B8FE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D4E87B0-17D9-79DC-A409-898F512E8DD5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4B81C0-679C-E32B-585E-D60110E6A4D0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9E076F-B280-3163-A486-C064E3B524FC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9B4AB7-998F-50B8-10E8-B4D5379C6D20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45F09B9-8D2B-BCAD-714F-DF6896FB86C9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2F88B5-493A-9B59-65E7-236CDAEF5C77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66420D1-1B82-6058-D99C-94E6DEAFF3A5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FA60444A-107E-BA0D-55FC-F2806B4591D4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D76FD80-5CEB-0592-9369-A3D65028E347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D717303-5E3F-F030-9C32-DDBBCA34B354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2DEA66B-7AC0-DEA2-4422-6D860D4201D7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6BAF6757-A8A7-7B1B-89B9-CF0C179A8162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3C162C1-7276-BF94-D23D-449BD47FE5C3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CED939B-C77B-7A07-07F5-5A9579006918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0562ED8D-5189-F8C2-E831-8E97A044EB15}"/>
              </a:ext>
            </a:extLst>
          </p:cNvPr>
          <p:cNvSpPr/>
          <p:nvPr/>
        </p:nvSpPr>
        <p:spPr>
          <a:xfrm>
            <a:off x="3162194" y="5139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B2E8199-0DD3-B9E2-3356-67F698EF6BB3}"/>
              </a:ext>
            </a:extLst>
          </p:cNvPr>
          <p:cNvCxnSpPr/>
          <p:nvPr/>
        </p:nvCxnSpPr>
        <p:spPr>
          <a:xfrm>
            <a:off x="2695858" y="4486980"/>
            <a:ext cx="525836" cy="10094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D79587C0-4B53-3FA6-8989-F079FB74E674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0C95D14-DC26-1897-6536-F51B171703FE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DE35FFD-C5E9-76E1-7CCB-C2C25A383326}"/>
              </a:ext>
            </a:extLst>
          </p:cNvPr>
          <p:cNvCxnSpPr/>
          <p:nvPr/>
        </p:nvCxnSpPr>
        <p:spPr>
          <a:xfrm flipV="1">
            <a:off x="5263681" y="4970247"/>
            <a:ext cx="547868" cy="6481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1797ACE0-1A5D-06E9-BC59-308DD544B138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BD2C4C2-FE61-C6DD-16A2-F49704849679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3767824-91CD-86B8-B122-C91183F4903E}"/>
              </a:ext>
            </a:extLst>
          </p:cNvPr>
          <p:cNvCxnSpPr/>
          <p:nvPr/>
        </p:nvCxnSpPr>
        <p:spPr>
          <a:xfrm flipV="1">
            <a:off x="5989789" y="2636806"/>
            <a:ext cx="1878393" cy="29390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363A9E6-14AE-0CED-4F40-1F3D62515F23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A06CDDF-E64B-24BD-F43A-E16C76D5FE0C}"/>
              </a:ext>
            </a:extLst>
          </p:cNvPr>
          <p:cNvCxnSpPr>
            <a:cxnSpLocks/>
          </p:cNvCxnSpPr>
          <p:nvPr/>
        </p:nvCxnSpPr>
        <p:spPr>
          <a:xfrm>
            <a:off x="4313932" y="5524190"/>
            <a:ext cx="372497" cy="31081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E2C6393-E29C-973F-16A5-E4E198CD9503}"/>
              </a:ext>
            </a:extLst>
          </p:cNvPr>
          <p:cNvSpPr/>
          <p:nvPr/>
        </p:nvSpPr>
        <p:spPr>
          <a:xfrm>
            <a:off x="8598540" y="3507589"/>
            <a:ext cx="1265533" cy="5999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3B4B2D9-4815-ED36-C12E-3E02983A4492}"/>
              </a:ext>
            </a:extLst>
          </p:cNvPr>
          <p:cNvSpPr/>
          <p:nvPr/>
        </p:nvSpPr>
        <p:spPr>
          <a:xfrm>
            <a:off x="8015334" y="277899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91C796B-21D3-A47A-EA4B-CE86775CA1BD}"/>
              </a:ext>
            </a:extLst>
          </p:cNvPr>
          <p:cNvSpPr/>
          <p:nvPr/>
        </p:nvSpPr>
        <p:spPr>
          <a:xfrm>
            <a:off x="7527654" y="4353791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A842827-EE59-4E1E-A855-56F636BD9A9C}"/>
              </a:ext>
            </a:extLst>
          </p:cNvPr>
          <p:cNvSpPr/>
          <p:nvPr/>
        </p:nvSpPr>
        <p:spPr>
          <a:xfrm>
            <a:off x="8506491" y="5320545"/>
            <a:ext cx="1299827" cy="6147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err="1">
                <a:solidFill>
                  <a:schemeClr val="tx1"/>
                </a:solidFill>
              </a:rPr>
              <a:t>Equipement</a:t>
            </a:r>
            <a:r>
              <a:rPr lang="en-US" sz="140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EB014F2-B967-CFEE-753F-3F8441552E87}"/>
              </a:ext>
            </a:extLst>
          </p:cNvPr>
          <p:cNvCxnSpPr/>
          <p:nvPr/>
        </p:nvCxnSpPr>
        <p:spPr>
          <a:xfrm>
            <a:off x="8710083" y="3280754"/>
            <a:ext cx="154388" cy="218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C09065E-47FF-2487-0EC0-D1BA66F534DF}"/>
              </a:ext>
            </a:extLst>
          </p:cNvPr>
          <p:cNvCxnSpPr/>
          <p:nvPr/>
        </p:nvCxnSpPr>
        <p:spPr>
          <a:xfrm>
            <a:off x="8244211" y="4855782"/>
            <a:ext cx="377854" cy="45096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809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4262-B12F-E8AA-C9C5-9FE4519C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284-C5EA-B55D-4D51-946DD2442BD9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6E4F67-0372-8A0D-0FF3-95C121B2C979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ED7F6E-F8CA-361D-EC26-AAF5C0146F72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F31B5C1-1F27-F8A7-0AAE-D7C77DFE6FA6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AE7DB2-4BC1-6DE5-6DCA-065D57105676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7D16B3F-D147-5242-FC77-584B8A008492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DA93A7-2FFF-2FBD-70C1-17AECB4742EE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73C086-7ABE-5458-3F3D-DE17059C14FA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902699-A3DB-E3EF-D7D1-4C3E6D85037C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3B2B3E7-466E-68B6-4281-E0C213696E3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ED0AE51-28F6-1CD7-D828-80FAF4708235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9AD4CE-8502-EABC-BC36-A202BE173D20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538D29F-4879-8730-2C1D-45225BFD3A3C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F8F69B3-E06D-89F3-5D5A-3604541CBEE6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FF3A6E7-CFD4-FB63-2AA0-1740B784EFE3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CF6D96AB-D0EB-3D6B-DE57-4F8E8CDF0A3E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0317BE-A62E-9D4F-B416-4B33AB822365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B0D1A7-CE9E-B44D-2DA8-48156D349504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4A55458E-AA1F-85AE-1F15-6E14DC86F0F8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040029-EBBC-8C4F-C17E-F0BAB035092E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55D9E3-8E2D-DE1A-AC1B-A76CAC12DA3E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E429AE3E-3F53-C628-994F-1F94EDFF7513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BF76CFF-671D-B4CF-2419-3727D7CDD117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50B9D4C-0093-05FA-08A1-015B464BEEB9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203E434D-A79B-E898-B6C7-52A926D523DB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ADA6539-5C12-90AF-3217-149EAB42B738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B6CE232-6BF4-EBF7-277E-396A126002F1}"/>
              </a:ext>
            </a:extLst>
          </p:cNvPr>
          <p:cNvSpPr txBox="1"/>
          <p:nvPr/>
        </p:nvSpPr>
        <p:spPr>
          <a:xfrm>
            <a:off x="119893" y="56303"/>
            <a:ext cx="443357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EQ5.</a:t>
            </a:r>
            <a:r>
              <a:rPr lang="fr-MA" sz="1100">
                <a:ea typeface="+mn-lt"/>
                <a:cs typeface="+mn-lt"/>
              </a:rPr>
              <a:t>a </a:t>
            </a:r>
            <a:r>
              <a:rPr lang="fr-MA" sz="1100" err="1">
                <a:ea typeface="+mn-lt"/>
                <a:cs typeface="+mn-lt"/>
              </a:rPr>
              <a:t>relatinship</a:t>
            </a:r>
            <a:r>
              <a:rPr lang="fr-MA" sz="1100">
                <a:ea typeface="+mn-lt"/>
                <a:cs typeface="+mn-lt"/>
              </a:rPr>
              <a:t> « </a:t>
            </a:r>
            <a:r>
              <a:rPr lang="fr-MA" sz="1100" err="1">
                <a:ea typeface="+mn-lt"/>
                <a:cs typeface="+mn-lt"/>
              </a:rPr>
              <a:t>Belongs</a:t>
            </a:r>
            <a:r>
              <a:rPr lang="fr-MA" sz="1100">
                <a:ea typeface="+mn-lt"/>
                <a:cs typeface="+mn-lt"/>
              </a:rPr>
              <a:t> to» </a:t>
            </a:r>
            <a:r>
              <a:rPr lang="fr-MA" sz="1100" err="1">
                <a:ea typeface="+mn-lt"/>
                <a:cs typeface="+mn-lt"/>
              </a:rPr>
              <a:t>is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created.An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equipment</a:t>
            </a:r>
            <a:r>
              <a:rPr lang="fr-MA" sz="1100">
                <a:ea typeface="+mn-lt"/>
                <a:cs typeface="+mn-lt"/>
              </a:rPr>
              <a:t> model has </a:t>
            </a:r>
            <a:r>
              <a:rPr lang="fr-MA" sz="1100" b="1">
                <a:ea typeface="+mn-lt"/>
                <a:cs typeface="+mn-lt"/>
              </a:rPr>
              <a:t>ZERO-to- MANY</a:t>
            </a:r>
            <a:r>
              <a:rPr lang="fr-MA" sz="1100">
                <a:ea typeface="+mn-lt"/>
                <a:cs typeface="+mn-lt"/>
              </a:rPr>
              <a:t>  </a:t>
            </a:r>
            <a:r>
              <a:rPr lang="fr-MA" sz="1100" err="1">
                <a:ea typeface="+mn-lt"/>
                <a:cs typeface="+mn-lt"/>
              </a:rPr>
              <a:t>equipment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units.ach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equipment</a:t>
            </a:r>
            <a:r>
              <a:rPr lang="fr-MA" sz="1100">
                <a:ea typeface="+mn-lt"/>
                <a:cs typeface="+mn-lt"/>
              </a:rPr>
              <a:t> unit </a:t>
            </a:r>
            <a:r>
              <a:rPr lang="fr-MA" sz="1100" err="1">
                <a:ea typeface="+mn-lt"/>
                <a:cs typeface="+mn-lt"/>
              </a:rPr>
              <a:t>belongs</a:t>
            </a:r>
            <a:r>
              <a:rPr lang="fr-MA" sz="1100">
                <a:ea typeface="+mn-lt"/>
                <a:cs typeface="+mn-lt"/>
              </a:rPr>
              <a:t> to  </a:t>
            </a:r>
            <a:r>
              <a:rPr lang="fr-MA" sz="1100" b="1">
                <a:ea typeface="+mn-lt"/>
                <a:cs typeface="+mn-lt"/>
              </a:rPr>
              <a:t>EXACTLY ONE </a:t>
            </a:r>
            <a:r>
              <a:rPr lang="fr-MA" sz="1100" err="1">
                <a:ea typeface="+mn-lt"/>
                <a:cs typeface="+mn-lt"/>
              </a:rPr>
              <a:t>equipment</a:t>
            </a:r>
            <a:r>
              <a:rPr lang="fr-MA" sz="1100">
                <a:ea typeface="+mn-lt"/>
                <a:cs typeface="+mn-lt"/>
              </a:rPr>
              <a:t> model.</a:t>
            </a:r>
            <a:endParaRPr lang="fr-MA" sz="1100" err="1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6B4C299-E238-1BC1-B21C-25E11B6D2694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9645007" y="2278439"/>
            <a:ext cx="1178418" cy="338939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3DF55581-DCA8-754D-BB17-217BF3E771DD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51CBC0-5BF8-7E71-0314-E500FB9BF422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F939BA-6327-2894-D2AF-8925F3D05024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712AE7A-AFCD-AF56-559C-AAACE079A6A6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A89F8B4-FF8F-930D-22E8-097C125AC69A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F0B94A-4DA5-A4BC-46CD-0641E7D76ED6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36AC22A-51AF-4963-BB59-1CD48AFB4648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95E8D5C0-A4B4-C88D-6A54-81A8D0E09C05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270C046-B4B2-5B92-E04B-5D0AEB1A4EC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939459C-3411-EFD8-0501-6845615FDE7A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7AA5623-64E6-C8D7-7365-49DE4C5FE2C3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A2728187-0B85-6038-ED56-7A79DA7EA31A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7A5B06D-49D1-7DEC-25DE-EA26A6720D06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C55807F6-AB20-2500-D398-7ED7AC591822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CC75C4F-02EA-7164-2B66-B27CB72A2BCB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C18EF3E-042C-516D-6968-8AED2293EC93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40E7A9-8C0F-22A4-C222-9FEF305565D4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B21D4E7-EB1C-5781-7CF8-29558EAF6B67}"/>
              </a:ext>
            </a:extLst>
          </p:cNvPr>
          <p:cNvCxnSpPr/>
          <p:nvPr/>
        </p:nvCxnSpPr>
        <p:spPr>
          <a:xfrm>
            <a:off x="44551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E0E89638-73BD-7A15-4BB1-A08FAD2C4575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FADB6D-A793-C464-1E21-A8234FF75210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869F897-9959-1AE6-C484-F6E99F981B49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01B8B3B-16C5-E983-B592-AE78C75FF4F1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4DE9C5-9B6B-FF5A-FE64-59CF0834E48F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AE09C9-3D0D-2977-B1E4-E9B84710B942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8E4DBA-A3E1-7DB8-0870-503F0118C0A2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85C6204-4641-D74A-2857-52A820765974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A5A9A5-3887-91BE-63FA-883DEB0002F1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FA47BF5-0235-DBAD-1D57-2CC7D250B496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FAF996AC-D705-CA4B-93F5-2DECA7F92891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37D7C7-0203-40A1-035D-49EA11602898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7A0431C-65D4-9E27-DF6F-278E1750BB36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2ECF78-8899-EE37-D05D-54C2BCA36710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CD4EAFD2-0AB6-49DA-859A-B039BDC36186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0B7A071-AE86-EED9-A358-78E59AF9F20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FBCD35D-A0EA-F01F-1130-0FFE0B47D68F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8B038ED8-B35B-1AF7-41CC-C136D88FBB0F}"/>
              </a:ext>
            </a:extLst>
          </p:cNvPr>
          <p:cNvSpPr/>
          <p:nvPr/>
        </p:nvSpPr>
        <p:spPr>
          <a:xfrm>
            <a:off x="3162194" y="5139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5EFB797-C4D8-93D7-B17D-B720EF24BE56}"/>
              </a:ext>
            </a:extLst>
          </p:cNvPr>
          <p:cNvCxnSpPr/>
          <p:nvPr/>
        </p:nvCxnSpPr>
        <p:spPr>
          <a:xfrm>
            <a:off x="2695858" y="4486980"/>
            <a:ext cx="525836" cy="10094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A3433386-59CD-4BCA-5230-4EB4BAC78E7E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618FD5F-42BB-3522-CFE7-1657F24E7A35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8FFC1E-8E29-3E77-8824-34763CC6633B}"/>
              </a:ext>
            </a:extLst>
          </p:cNvPr>
          <p:cNvCxnSpPr/>
          <p:nvPr/>
        </p:nvCxnSpPr>
        <p:spPr>
          <a:xfrm flipV="1">
            <a:off x="5263681" y="4970247"/>
            <a:ext cx="547868" cy="6481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670ACBF6-8158-2035-4615-696C42CDBB06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1010FC9-9976-E0A2-51CD-2E4F8DE18CC1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AA46D0B-6D20-9439-9174-DC4C0E36B554}"/>
              </a:ext>
            </a:extLst>
          </p:cNvPr>
          <p:cNvCxnSpPr/>
          <p:nvPr/>
        </p:nvCxnSpPr>
        <p:spPr>
          <a:xfrm flipV="1">
            <a:off x="5989789" y="2636806"/>
            <a:ext cx="1878393" cy="29390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7808286-DE96-366C-C94F-0C0B4CD93986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93051CB-851A-A06C-4103-199E36656D53}"/>
              </a:ext>
            </a:extLst>
          </p:cNvPr>
          <p:cNvCxnSpPr>
            <a:cxnSpLocks/>
          </p:cNvCxnSpPr>
          <p:nvPr/>
        </p:nvCxnSpPr>
        <p:spPr>
          <a:xfrm>
            <a:off x="4313932" y="5524190"/>
            <a:ext cx="372497" cy="31081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F4560AA-9F72-FEAF-7B11-CF009B523418}"/>
              </a:ext>
            </a:extLst>
          </p:cNvPr>
          <p:cNvSpPr/>
          <p:nvPr/>
        </p:nvSpPr>
        <p:spPr>
          <a:xfrm>
            <a:off x="8598540" y="3507589"/>
            <a:ext cx="1265533" cy="5999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45268E0-25B9-6C94-2D2C-5AAC4CBB7A8D}"/>
              </a:ext>
            </a:extLst>
          </p:cNvPr>
          <p:cNvSpPr/>
          <p:nvPr/>
        </p:nvSpPr>
        <p:spPr>
          <a:xfrm>
            <a:off x="8015334" y="277899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379D8A-74DB-B837-0AA7-047E915674CD}"/>
              </a:ext>
            </a:extLst>
          </p:cNvPr>
          <p:cNvSpPr/>
          <p:nvPr/>
        </p:nvSpPr>
        <p:spPr>
          <a:xfrm>
            <a:off x="6277974" y="506499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C2D19D-AD62-8BA8-68F6-D13DDE6778E8}"/>
              </a:ext>
            </a:extLst>
          </p:cNvPr>
          <p:cNvSpPr/>
          <p:nvPr/>
        </p:nvSpPr>
        <p:spPr>
          <a:xfrm>
            <a:off x="7226331" y="5594865"/>
            <a:ext cx="2773027" cy="5030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87347D4-636E-3C70-A789-83D4E2CCE3AE}"/>
              </a:ext>
            </a:extLst>
          </p:cNvPr>
          <p:cNvCxnSpPr/>
          <p:nvPr/>
        </p:nvCxnSpPr>
        <p:spPr>
          <a:xfrm>
            <a:off x="8710083" y="3280754"/>
            <a:ext cx="154388" cy="218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EA77716-D07A-E073-38D9-9C1DE164B10F}"/>
              </a:ext>
            </a:extLst>
          </p:cNvPr>
          <p:cNvCxnSpPr/>
          <p:nvPr/>
        </p:nvCxnSpPr>
        <p:spPr>
          <a:xfrm>
            <a:off x="6953891" y="5384102"/>
            <a:ext cx="428654" cy="1766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86385769-14A1-F3F4-7E11-29553838ADE9}"/>
              </a:ext>
            </a:extLst>
          </p:cNvPr>
          <p:cNvSpPr/>
          <p:nvPr/>
        </p:nvSpPr>
        <p:spPr>
          <a:xfrm>
            <a:off x="7849960" y="4515200"/>
            <a:ext cx="1260839" cy="75907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F40DE50-7E11-7709-70A6-E6B55EE291D1}"/>
              </a:ext>
            </a:extLst>
          </p:cNvPr>
          <p:cNvCxnSpPr/>
          <p:nvPr/>
        </p:nvCxnSpPr>
        <p:spPr>
          <a:xfrm flipV="1">
            <a:off x="8511685" y="4116362"/>
            <a:ext cx="364271" cy="43268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0F36E8F-60F4-EA23-51C9-98550BD05343}"/>
              </a:ext>
            </a:extLst>
          </p:cNvPr>
          <p:cNvCxnSpPr/>
          <p:nvPr/>
        </p:nvCxnSpPr>
        <p:spPr>
          <a:xfrm flipV="1">
            <a:off x="8156858" y="5236342"/>
            <a:ext cx="321642" cy="33450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692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4281-2724-F541-2EC3-721B425A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E0675F-C209-1695-9D08-CB5F39667BA7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137B75-224D-874D-5293-E7F6CC4DF47A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3B2016-2646-D7EF-75A6-470A4A9D3301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EFC558A-82D7-61DE-36D9-3514F4F0968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70528D-CB6A-58C8-C045-463BD19A9BED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F31FAAA-C88C-8BB9-0CA6-060C380B67B6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596969-F0BC-15A0-7516-8C3C45C3FE9C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DCBAFD-9B5A-ED95-8EE4-38D274E1A127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AB71C0-9F4C-6D17-9659-A708FBC82E3C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089722D-2A7C-A46A-E832-6879E99EB74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2F3F08-B002-D79C-30AA-FC311BB0A148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CE0E69-D097-98CC-5866-1CFFF377C029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BE12CEF-9ED1-77EC-985D-EBFE96C0610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82FDCB-0E3C-95A9-B064-B3BBE4FD495A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CB0D007-2910-8530-C2F9-393E2517F483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3145897-6292-1D39-F832-D4AFC2CD05BD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74541B-E741-FD14-B97B-6FE7A76FBD96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FF58FF-23A0-F450-BE69-D88D0B17C5B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61763322-4AC5-0AD2-BFE2-4478D612A7B9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06B613-18CA-855D-30E5-5B645D935C9D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D3C9F0-8E11-77C8-6CAF-653CFCD60581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C05D6435-6A98-DBBD-FAAA-6D5E7BA91274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0020C90-B14B-8409-F41D-A07440D73C55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D07B1BF-C8E0-ED99-2D6A-C9FD775F5E5D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C619BBC2-06BA-CC5B-C40C-B3E65B84A9E0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C833D22-8B36-9347-1888-B520BBF2FABC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942EA26-5215-F9A3-A3D4-2350F84EC5AE}"/>
              </a:ext>
            </a:extLst>
          </p:cNvPr>
          <p:cNvSpPr txBox="1"/>
          <p:nvPr/>
        </p:nvSpPr>
        <p:spPr>
          <a:xfrm>
            <a:off x="119893" y="56303"/>
            <a:ext cx="44335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EQ6</a:t>
            </a:r>
            <a:r>
              <a:rPr lang="fr-MA" sz="1100">
                <a:ea typeface="+mn-lt"/>
                <a:cs typeface="+mn-lt"/>
              </a:rPr>
              <a:t>.Add </a:t>
            </a:r>
            <a:r>
              <a:rPr lang="fr-MA" sz="1100" err="1">
                <a:ea typeface="+mn-lt"/>
                <a:cs typeface="+mn-lt"/>
              </a:rPr>
              <a:t>attribute</a:t>
            </a:r>
            <a:r>
              <a:rPr lang="fr-MA" sz="1100">
                <a:ea typeface="+mn-lt"/>
                <a:cs typeface="+mn-lt"/>
              </a:rPr>
              <a:t>  « Is portable» to </a:t>
            </a:r>
            <a:r>
              <a:rPr lang="fr-MA" sz="1100" err="1">
                <a:ea typeface="+mn-lt"/>
                <a:cs typeface="+mn-lt"/>
              </a:rPr>
              <a:t>equiment</a:t>
            </a:r>
            <a:r>
              <a:rPr lang="fr-MA" sz="1100">
                <a:ea typeface="+mn-lt"/>
                <a:cs typeface="+mn-lt"/>
              </a:rPr>
              <a:t> unit.(</a:t>
            </a:r>
            <a:r>
              <a:rPr lang="fr-MA" sz="1100" err="1">
                <a:ea typeface="+mn-lt"/>
                <a:cs typeface="+mn-lt"/>
              </a:rPr>
              <a:t>shown</a:t>
            </a:r>
            <a:r>
              <a:rPr lang="fr-MA" sz="1100">
                <a:ea typeface="+mn-lt"/>
                <a:cs typeface="+mn-lt"/>
              </a:rPr>
              <a:t> in the last slides.</a:t>
            </a:r>
            <a:endParaRPr lang="fr-MA" sz="110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79491A4-A94E-E66F-5059-A0ED4F4685C4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9441807" y="2227639"/>
            <a:ext cx="1310498" cy="33995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C4789450-B8CF-6805-51EB-77501C08118D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A93CE4-8071-6948-5AD8-C857C778EC9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6EA05CF-A317-3EF5-F839-FD98D840A9A9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43C4C33-08C2-8EE5-3061-D189627519DC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E210307-9E2F-C829-B770-80C1D005409A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E90873-CB87-A89B-CFD3-FC62F0413846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95B15AC-18EF-B105-1527-38A3C0486C5F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E5372020-EF60-6F93-8610-C9591F226C43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2FCC60-945A-2C51-E782-C2295E47C695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259EE1C-E923-3401-6279-2AD422B48F22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2D4983-2097-7EA4-F061-98024D161AAE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EC317A6C-DA3F-A5E2-DB3F-2F7BF11587B1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55EEACC-2899-79D3-50AC-DF91735C1D0A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53D9A48F-B06A-A144-408C-CDA7408125C1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F5AEB71-E583-5AAC-54D4-8C0A6408803C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B1F51A2-B122-98EE-1269-59BF278E1219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9DCE3D-29FE-8C47-49C2-2DD401576D92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4C90CAF-66F6-366B-2941-A20F2F329A3E}"/>
              </a:ext>
            </a:extLst>
          </p:cNvPr>
          <p:cNvCxnSpPr/>
          <p:nvPr/>
        </p:nvCxnSpPr>
        <p:spPr>
          <a:xfrm>
            <a:off x="44551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25AB445-D9C7-3AAC-651E-0B412715A747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988FC4-041A-108D-32E4-5840C3C2C8B2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A55FEA1-2073-5B17-EF40-56A21C4F43A5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D6DAB330-BEA5-72AE-81CB-A8F0343719BE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E5B913D-1E54-2547-A6C1-0A25CF59A085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4EAC09-1E1B-1D74-31FF-BB3C8A3E1352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F4251C-EFDC-FE5A-7DA8-3251B6E93788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520AFE0-5195-56DC-9A11-5122D4A228BE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551AA2-22E7-56F6-CD7A-3B5F8BC5E7C1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5111D2-4CAB-491A-56A7-9CD2426E2D6B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574F4D05-5EAA-40C8-1D6B-5364591178C3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F9A63D-AE6F-64CD-5E21-8DC5FA3A8ED4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01A6A2-1419-32FA-CDFE-18FBAFDEA27D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9977394-BB8D-D63F-5114-61791F4397C4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CA66DDCF-76C4-531F-A4B9-688F177E0124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F4283D4-405B-44D5-03D3-DD40BA3FAE53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690C75D-6B4A-BFC9-52C3-067AAFE5BF5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5B67BC66-40A0-C9DC-9C9E-CAB543AFC21A}"/>
              </a:ext>
            </a:extLst>
          </p:cNvPr>
          <p:cNvSpPr/>
          <p:nvPr/>
        </p:nvSpPr>
        <p:spPr>
          <a:xfrm>
            <a:off x="3101234" y="46107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0FC32B8-9021-F785-BC6F-B40822831603}"/>
              </a:ext>
            </a:extLst>
          </p:cNvPr>
          <p:cNvCxnSpPr/>
          <p:nvPr/>
        </p:nvCxnSpPr>
        <p:spPr>
          <a:xfrm>
            <a:off x="2949858" y="4527620"/>
            <a:ext cx="485196" cy="26775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D3306525-7C46-D97F-2550-D3E79AB150B9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FAE930A-E155-E924-64EC-33769B6BAE86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E5DECAD-1983-22BA-E2D8-97B3FAA38AFC}"/>
              </a:ext>
            </a:extLst>
          </p:cNvPr>
          <p:cNvCxnSpPr/>
          <p:nvPr/>
        </p:nvCxnSpPr>
        <p:spPr>
          <a:xfrm flipV="1">
            <a:off x="5263681" y="4970247"/>
            <a:ext cx="547868" cy="6481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080D31B8-5CAD-21BF-376E-03B33CC9EEA5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E4C7672-B288-9B55-B5AA-0505F6743DFF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1C9CFEC-E887-BDBF-208F-3D645178708E}"/>
              </a:ext>
            </a:extLst>
          </p:cNvPr>
          <p:cNvCxnSpPr/>
          <p:nvPr/>
        </p:nvCxnSpPr>
        <p:spPr>
          <a:xfrm flipV="1">
            <a:off x="5989789" y="2636806"/>
            <a:ext cx="1878393" cy="29390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3FF30F9-187A-4C33-3B34-58645BDB20BC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7FAC8A4-FA54-8ADD-A034-27E9A96305A7}"/>
              </a:ext>
            </a:extLst>
          </p:cNvPr>
          <p:cNvCxnSpPr>
            <a:cxnSpLocks/>
          </p:cNvCxnSpPr>
          <p:nvPr/>
        </p:nvCxnSpPr>
        <p:spPr>
          <a:xfrm>
            <a:off x="3907532" y="5249870"/>
            <a:ext cx="809377" cy="5749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4F1D130-87FE-4AE2-F129-7E9447495B5C}"/>
              </a:ext>
            </a:extLst>
          </p:cNvPr>
          <p:cNvSpPr/>
          <p:nvPr/>
        </p:nvSpPr>
        <p:spPr>
          <a:xfrm>
            <a:off x="8598540" y="3507589"/>
            <a:ext cx="1265533" cy="5999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B4CA8B4-3653-8E43-6F63-0686BD6B07E8}"/>
              </a:ext>
            </a:extLst>
          </p:cNvPr>
          <p:cNvSpPr/>
          <p:nvPr/>
        </p:nvSpPr>
        <p:spPr>
          <a:xfrm>
            <a:off x="8015334" y="277899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D90BCF1-E137-5689-048C-60DC4156DEB7}"/>
              </a:ext>
            </a:extLst>
          </p:cNvPr>
          <p:cNvSpPr/>
          <p:nvPr/>
        </p:nvSpPr>
        <p:spPr>
          <a:xfrm>
            <a:off x="6277974" y="506499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DC9E261-9E96-5391-0F6C-564F6B404755}"/>
              </a:ext>
            </a:extLst>
          </p:cNvPr>
          <p:cNvSpPr/>
          <p:nvPr/>
        </p:nvSpPr>
        <p:spPr>
          <a:xfrm>
            <a:off x="7226331" y="5594865"/>
            <a:ext cx="2315827" cy="3506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9360A9C-DE55-8E47-4A95-44210DB14E06}"/>
              </a:ext>
            </a:extLst>
          </p:cNvPr>
          <p:cNvCxnSpPr/>
          <p:nvPr/>
        </p:nvCxnSpPr>
        <p:spPr>
          <a:xfrm>
            <a:off x="8710083" y="3280754"/>
            <a:ext cx="154388" cy="218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13BC0B1-C2A8-5BBF-A281-53576B3DD177}"/>
              </a:ext>
            </a:extLst>
          </p:cNvPr>
          <p:cNvCxnSpPr/>
          <p:nvPr/>
        </p:nvCxnSpPr>
        <p:spPr>
          <a:xfrm>
            <a:off x="6953891" y="5384102"/>
            <a:ext cx="428654" cy="1766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E56456FD-738A-CF4C-EBDD-5F2227C29126}"/>
              </a:ext>
            </a:extLst>
          </p:cNvPr>
          <p:cNvSpPr/>
          <p:nvPr/>
        </p:nvSpPr>
        <p:spPr>
          <a:xfrm>
            <a:off x="7849960" y="4515200"/>
            <a:ext cx="1260839" cy="75907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B39F486-04C4-F627-2241-9C17F53A8879}"/>
              </a:ext>
            </a:extLst>
          </p:cNvPr>
          <p:cNvCxnSpPr/>
          <p:nvPr/>
        </p:nvCxnSpPr>
        <p:spPr>
          <a:xfrm flipV="1">
            <a:off x="8511685" y="4116362"/>
            <a:ext cx="364271" cy="432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B6FC24F-7876-47A2-C8D5-DCF027E40F42}"/>
              </a:ext>
            </a:extLst>
          </p:cNvPr>
          <p:cNvCxnSpPr/>
          <p:nvPr/>
        </p:nvCxnSpPr>
        <p:spPr>
          <a:xfrm flipV="1">
            <a:off x="8156858" y="523634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61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EADF-512E-E9AA-FEA0-C81BB1B2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D3AD9-8A13-EE73-D82E-CE029BDA1B89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A58BBC-EA83-0A4E-0D51-423DFC3CE63E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59A681-94C4-D313-BC4D-06B82303469E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7CEBBCE-7B0F-9E8D-03EE-76DBDE4F3652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B1C878-5E16-F0D9-C73D-188A68201CB5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B345EB5-1BFE-F6DE-4505-7DDC7ECD91D3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63FD2F-C6A0-F017-515F-0FD261192E1C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B633D5-BF44-10D8-04BA-D536A3BDB901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38B989-7902-5782-4E73-A18DFEE0FE48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BE0C4F1-F909-4B27-246B-6C2E02578E2F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C468192-7396-D1EC-2BF5-63FE8336B5CD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F4C33C-A304-62DE-4026-603B98485879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5B6E3513-42AE-2A04-80A9-165A91395931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268385-CE9B-4B4A-0E52-17883BFAD196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97D46182-4C8C-C17A-DD26-76D2DD05DA0E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B560FE3-E48F-B2A2-B1AA-C8B93680FD0C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9CB287-1BA9-5FDC-1416-59065BAC4369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7F4C5F-FC1E-5D60-3936-432EA3965E83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3DCD8670-F222-9CE4-10CC-9FD93359B292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397BA0-9110-1A1E-9394-5FF478F6E7C5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A9A71C-93F9-1445-2AC6-D57C799A2E31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9C39AD31-3C42-D2EB-95FA-D8C2E677E0DD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6821F40-0B80-FF6D-E035-EDCA3573A0E3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A0FE707-AEC3-1CA2-6CE1-674BC15A25F2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E1E60A02-E770-8906-5486-675D8D6C9922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DC4267E-E314-01A9-1B5F-05D0D11987D8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A6E232F-F331-2C38-FCFF-643381B50A54}"/>
              </a:ext>
            </a:extLst>
          </p:cNvPr>
          <p:cNvSpPr txBox="1"/>
          <p:nvPr/>
        </p:nvSpPr>
        <p:spPr>
          <a:xfrm>
            <a:off x="119893" y="56303"/>
            <a:ext cx="443357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EQ7</a:t>
            </a:r>
            <a:r>
              <a:rPr lang="fr-MA" sz="1100">
                <a:ea typeface="+mn-lt"/>
                <a:cs typeface="+mn-lt"/>
              </a:rPr>
              <a:t>.the </a:t>
            </a:r>
            <a:r>
              <a:rPr lang="fr-MA" sz="1100" err="1">
                <a:ea typeface="+mn-lt"/>
                <a:cs typeface="+mn-lt"/>
              </a:rPr>
              <a:t>relationship</a:t>
            </a:r>
            <a:r>
              <a:rPr lang="fr-MA" sz="1100">
                <a:ea typeface="+mn-lt"/>
                <a:cs typeface="+mn-lt"/>
              </a:rPr>
              <a:t>  « use» si </a:t>
            </a:r>
            <a:r>
              <a:rPr lang="fr-MA" sz="1100" err="1">
                <a:ea typeface="+mn-lt"/>
                <a:cs typeface="+mn-lt"/>
              </a:rPr>
              <a:t>created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between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person</a:t>
            </a:r>
            <a:r>
              <a:rPr lang="fr-MA" sz="1100">
                <a:ea typeface="+mn-lt"/>
                <a:cs typeface="+mn-lt"/>
              </a:rPr>
              <a:t>  and </a:t>
            </a:r>
            <a:r>
              <a:rPr lang="fr-MA" sz="1100" err="1">
                <a:ea typeface="+mn-lt"/>
                <a:cs typeface="+mn-lt"/>
              </a:rPr>
              <a:t>equipment</a:t>
            </a:r>
            <a:r>
              <a:rPr lang="fr-MA" sz="1100">
                <a:ea typeface="+mn-lt"/>
                <a:cs typeface="+mn-lt"/>
              </a:rPr>
              <a:t> unit .An </a:t>
            </a:r>
            <a:r>
              <a:rPr lang="fr-MA" sz="1100" err="1">
                <a:ea typeface="+mn-lt"/>
                <a:cs typeface="+mn-lt"/>
              </a:rPr>
              <a:t>equipment</a:t>
            </a:r>
            <a:r>
              <a:rPr lang="fr-MA" sz="1100">
                <a:ea typeface="+mn-lt"/>
                <a:cs typeface="+mn-lt"/>
              </a:rPr>
              <a:t> unit </a:t>
            </a:r>
            <a:r>
              <a:rPr lang="fr-MA" sz="1100" err="1">
                <a:ea typeface="+mn-lt"/>
                <a:cs typeface="+mn-lt"/>
              </a:rPr>
              <a:t>is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used</a:t>
            </a:r>
            <a:r>
              <a:rPr lang="fr-MA" sz="1100">
                <a:ea typeface="+mn-lt"/>
                <a:cs typeface="+mn-lt"/>
              </a:rPr>
              <a:t> by at </a:t>
            </a:r>
            <a:r>
              <a:rPr lang="fr-MA" sz="1100" err="1">
                <a:ea typeface="+mn-lt"/>
                <a:cs typeface="+mn-lt"/>
              </a:rPr>
              <a:t>most</a:t>
            </a:r>
            <a:r>
              <a:rPr lang="fr-MA" sz="1100">
                <a:ea typeface="+mn-lt"/>
                <a:cs typeface="+mn-lt"/>
              </a:rPr>
              <a:t> one </a:t>
            </a:r>
            <a:r>
              <a:rPr lang="fr-MA" sz="1100" err="1">
                <a:ea typeface="+mn-lt"/>
                <a:cs typeface="+mn-lt"/>
              </a:rPr>
              <a:t>person</a:t>
            </a:r>
            <a:r>
              <a:rPr lang="fr-MA" sz="1100">
                <a:ea typeface="+mn-lt"/>
                <a:cs typeface="+mn-lt"/>
              </a:rPr>
              <a:t> and a </a:t>
            </a:r>
            <a:r>
              <a:rPr lang="fr-MA" sz="1100" err="1">
                <a:ea typeface="+mn-lt"/>
                <a:cs typeface="+mn-lt"/>
              </a:rPr>
              <a:t>person</a:t>
            </a:r>
            <a:r>
              <a:rPr lang="fr-MA" sz="1100">
                <a:ea typeface="+mn-lt"/>
                <a:cs typeface="+mn-lt"/>
              </a:rPr>
              <a:t> use  ZERO-to-MANY  </a:t>
            </a:r>
            <a:r>
              <a:rPr lang="fr-MA" sz="1100" err="1">
                <a:ea typeface="+mn-lt"/>
                <a:cs typeface="+mn-lt"/>
              </a:rPr>
              <a:t>equipment</a:t>
            </a:r>
            <a:r>
              <a:rPr lang="fr-MA" sz="1100">
                <a:ea typeface="+mn-lt"/>
                <a:cs typeface="+mn-lt"/>
              </a:rPr>
              <a:t> </a:t>
            </a:r>
            <a:r>
              <a:rPr lang="fr-MA" sz="1100" err="1">
                <a:ea typeface="+mn-lt"/>
                <a:cs typeface="+mn-lt"/>
              </a:rPr>
              <a:t>units</a:t>
            </a:r>
            <a:r>
              <a:rPr lang="fr-MA" sz="1100">
                <a:ea typeface="+mn-lt"/>
                <a:cs typeface="+mn-lt"/>
              </a:rPr>
              <a:t> .</a:t>
            </a:r>
            <a:endParaRPr lang="fr-MA" sz="110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E338EF9-25DE-5CA7-69F5-C0BE12B4E7FB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9025247" y="2217479"/>
            <a:ext cx="1828658" cy="332843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36CB7E36-CA23-2130-BBEB-B234DD073B76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F33F7B-16D1-60E9-02D4-2855940393AE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05BA135-412A-009E-9DE3-AAB492B50B48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1B379BD-5808-F902-09D1-DA56BA68B103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7F4CDE0-6C5A-E988-2C0C-E5268CF17EB2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AB802F3-7A38-047F-3539-A32441A96B56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FE43B02-5FB2-92AF-25A0-6BB794FB7E8B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E2ECA8C4-B9FB-F68B-C80B-3EBD0B943168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4925A3B-EEFA-008E-A169-9251CC52E2F4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528634E-F77D-4136-E587-87CE7934A5C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1D522FB-D464-20C4-3D62-8F13691ACD62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6F845B02-0103-7111-E9C8-15168738236E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A9EEB3E-006F-FFEB-0CB5-FB92DCECB2E9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2F33A67E-F2C1-5B71-DE08-D1753A5EB1C2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540AB79-C3E3-0857-DC10-07D4E88EC9AB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AB35BE1-3A52-55AA-1149-23CC78A51F3E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383442-67D3-3CC0-DD65-50C9C234CD62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CA412B8-4DAD-8EFB-7A9C-B3AAE2AC1EAD}"/>
              </a:ext>
            </a:extLst>
          </p:cNvPr>
          <p:cNvCxnSpPr/>
          <p:nvPr/>
        </p:nvCxnSpPr>
        <p:spPr>
          <a:xfrm>
            <a:off x="44551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C0BF3AE-846A-8755-D197-56FD5E6D2145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E0682D-4971-13DB-B0D1-8B649E59223D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D14979F-5647-4724-36C9-79723BEB7020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5D3ACFD-D6C4-47A0-9DEF-E27138B329F8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0A3160-E6E8-2421-09AF-4668A6321995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F0141C-F864-191A-6A0E-7DDC38250E20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5752C1A-627A-3BC9-8A57-8A6E150CBDFB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A3DEAD0-9182-DB9D-CD3C-F5A605445412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210337-D718-2BAE-99A0-0AD004584428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6F6F9D6-45A8-EDEF-A739-2944DF03961E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22217929-58F5-191B-DB53-1BCEC851857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D425EC9-A604-2903-262F-BA43155E245B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5E5B5B-ABDA-69E1-D409-9E2C6040B496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70BF9D-4D16-8A1A-4EB6-29D634671D08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6FEB9560-674E-FEB0-703F-FB5D6908683B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C98F825-CAC1-1717-8BF7-40593FE55FCF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776370E-CE66-AD62-2B1C-FCE31E57E7B8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55E3539B-50D2-306E-04B8-FB62C6EE38F6}"/>
              </a:ext>
            </a:extLst>
          </p:cNvPr>
          <p:cNvSpPr/>
          <p:nvPr/>
        </p:nvSpPr>
        <p:spPr>
          <a:xfrm>
            <a:off x="3162194" y="5139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A1296F4-47B0-4302-E753-209CDA3F8773}"/>
              </a:ext>
            </a:extLst>
          </p:cNvPr>
          <p:cNvCxnSpPr/>
          <p:nvPr/>
        </p:nvCxnSpPr>
        <p:spPr>
          <a:xfrm>
            <a:off x="2695858" y="4486980"/>
            <a:ext cx="525836" cy="10094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B66E8E92-4891-28C9-B262-DFADFD177604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D3C445-32CE-FDC5-9037-AC5AFCB7D1F3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4BFC280-CA5A-71B2-A6B8-A95A9DF359D4}"/>
              </a:ext>
            </a:extLst>
          </p:cNvPr>
          <p:cNvCxnSpPr/>
          <p:nvPr/>
        </p:nvCxnSpPr>
        <p:spPr>
          <a:xfrm flipV="1">
            <a:off x="5263681" y="4970247"/>
            <a:ext cx="547868" cy="6481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0CD446B9-B4C0-5083-654D-626DA5B100E4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105F38B-2AC8-C087-7DFF-F6205B161DC3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75240AB-7FD9-673B-039D-CF9E31E377C9}"/>
              </a:ext>
            </a:extLst>
          </p:cNvPr>
          <p:cNvCxnSpPr/>
          <p:nvPr/>
        </p:nvCxnSpPr>
        <p:spPr>
          <a:xfrm flipV="1">
            <a:off x="5989789" y="2636806"/>
            <a:ext cx="1878393" cy="29390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78D8213-5D0F-9A3F-B1BB-CB875621A501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358BB6F-27A1-9144-9E16-5608B367A344}"/>
              </a:ext>
            </a:extLst>
          </p:cNvPr>
          <p:cNvCxnSpPr>
            <a:cxnSpLocks/>
          </p:cNvCxnSpPr>
          <p:nvPr/>
        </p:nvCxnSpPr>
        <p:spPr>
          <a:xfrm>
            <a:off x="4313932" y="5524190"/>
            <a:ext cx="372497" cy="31081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BD1F486-6C71-CB65-A3DF-CB0E1EE850CD}"/>
              </a:ext>
            </a:extLst>
          </p:cNvPr>
          <p:cNvSpPr/>
          <p:nvPr/>
        </p:nvSpPr>
        <p:spPr>
          <a:xfrm>
            <a:off x="8598540" y="3507589"/>
            <a:ext cx="1265533" cy="5999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0A68F11-99E7-3BF0-869D-8410C0CA2C8C}"/>
              </a:ext>
            </a:extLst>
          </p:cNvPr>
          <p:cNvSpPr/>
          <p:nvPr/>
        </p:nvSpPr>
        <p:spPr>
          <a:xfrm>
            <a:off x="8015334" y="277899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F9AFE84-2FC1-E6F3-7B2D-6C69B42C88FD}"/>
              </a:ext>
            </a:extLst>
          </p:cNvPr>
          <p:cNvSpPr/>
          <p:nvPr/>
        </p:nvSpPr>
        <p:spPr>
          <a:xfrm>
            <a:off x="6277974" y="506499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E16CA2F-45D6-20FF-A31F-70679D1AA3BC}"/>
              </a:ext>
            </a:extLst>
          </p:cNvPr>
          <p:cNvSpPr/>
          <p:nvPr/>
        </p:nvSpPr>
        <p:spPr>
          <a:xfrm>
            <a:off x="7185691" y="5574545"/>
            <a:ext cx="1919587" cy="4319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874FEF3-F103-99A0-950E-77AC6DF39185}"/>
              </a:ext>
            </a:extLst>
          </p:cNvPr>
          <p:cNvCxnSpPr/>
          <p:nvPr/>
        </p:nvCxnSpPr>
        <p:spPr>
          <a:xfrm>
            <a:off x="8710083" y="3280754"/>
            <a:ext cx="154388" cy="218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E174648-7E49-2760-1B5B-B44925AD4D50}"/>
              </a:ext>
            </a:extLst>
          </p:cNvPr>
          <p:cNvCxnSpPr/>
          <p:nvPr/>
        </p:nvCxnSpPr>
        <p:spPr>
          <a:xfrm>
            <a:off x="6781171" y="5475542"/>
            <a:ext cx="428654" cy="1766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5923C611-18AE-33D9-49FF-F90497BCDB71}"/>
              </a:ext>
            </a:extLst>
          </p:cNvPr>
          <p:cNvSpPr/>
          <p:nvPr/>
        </p:nvSpPr>
        <p:spPr>
          <a:xfrm>
            <a:off x="7849960" y="4515200"/>
            <a:ext cx="1260839" cy="75907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1646F01-3879-C1D0-F83C-74AA6228F3E0}"/>
              </a:ext>
            </a:extLst>
          </p:cNvPr>
          <p:cNvCxnSpPr/>
          <p:nvPr/>
        </p:nvCxnSpPr>
        <p:spPr>
          <a:xfrm flipV="1">
            <a:off x="8511685" y="4116362"/>
            <a:ext cx="364271" cy="432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E7F4F43-F9C8-D904-7B06-0511D0BCD39E}"/>
              </a:ext>
            </a:extLst>
          </p:cNvPr>
          <p:cNvCxnSpPr/>
          <p:nvPr/>
        </p:nvCxnSpPr>
        <p:spPr>
          <a:xfrm flipV="1">
            <a:off x="8156858" y="523634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06827587-719C-1C17-069A-F5B4457DE651}"/>
              </a:ext>
            </a:extLst>
          </p:cNvPr>
          <p:cNvSpPr/>
          <p:nvPr/>
        </p:nvSpPr>
        <p:spPr>
          <a:xfrm>
            <a:off x="6862733" y="3967940"/>
            <a:ext cx="1144939" cy="87547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FBCB24F-1760-0326-5964-0896C98A8605}"/>
              </a:ext>
            </a:extLst>
          </p:cNvPr>
          <p:cNvCxnSpPr/>
          <p:nvPr/>
        </p:nvCxnSpPr>
        <p:spPr>
          <a:xfrm>
            <a:off x="4464400" y="1054987"/>
            <a:ext cx="2971978" cy="292051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F6A318E-958C-C90E-84D4-F792F0916A48}"/>
              </a:ext>
            </a:extLst>
          </p:cNvPr>
          <p:cNvCxnSpPr/>
          <p:nvPr/>
        </p:nvCxnSpPr>
        <p:spPr>
          <a:xfrm flipH="1" flipV="1">
            <a:off x="7426826" y="4848827"/>
            <a:ext cx="149086" cy="7181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62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FBC1-197D-5490-52C1-66BCF79E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729BA9-47CC-4AFD-DFAF-13043A9E6C16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4DDE49-9F9B-9EF6-F3EE-9283B55B4926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4D20B3-DDE5-70B2-D5C7-02ECD2B65CE0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FC69175-45E5-A0A0-D8A0-75E1AB435BB9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46E63C-DA12-9A98-995E-F98055F1F9B1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4EC8B68-A19E-C515-8D6C-F6A89A1F6A7E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A3007B-A67F-D8BE-B4B7-F0F74B1F2A65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26A11F-9998-0871-66CF-6542F9085B80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46EA8D-B29D-1CF9-68E5-BE724C831E24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4482695-A2AE-E995-F327-5040488B48B4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D0E2D2-A19E-EDD5-B49E-9B737C97D2E7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F1CA43-AACE-DDF9-B50F-A77D8222F180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57D2144C-D1A8-057E-6847-DCB2F9AFB9A5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17348FC-89B8-6C08-5B8D-1BB112F554F5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428310A-AF3E-A832-37A0-71BFCD2D967E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CA4E93B7-04FE-4410-6648-446A6DE76B84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FD2FF3F-FD1E-C3AA-0DA4-3177AE76CAF9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F65C6B-0530-5DEE-AC93-6CD5D1DA522B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892352E8-A7F0-FC69-B7D6-331C9DB72190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0FEA26-1DEA-E677-234A-6B0EA4FE39E4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62D5DB-C662-3A67-58BD-073D874EBFB3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AA7B31B-499D-B59F-54F2-449F00242697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394D0AE-8766-972C-4AC9-7F74670239CD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096584A-7D14-467F-4568-BC7387C50B48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BA05546E-07A6-BE75-A0F6-D2DAB045D747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777F165-0820-A4F6-FA44-0532648DE40E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02C4CF7-AFEF-FAC1-68C9-AA7373ACA452}"/>
              </a:ext>
            </a:extLst>
          </p:cNvPr>
          <p:cNvSpPr txBox="1"/>
          <p:nvPr/>
        </p:nvSpPr>
        <p:spPr>
          <a:xfrm>
            <a:off x="119893" y="56303"/>
            <a:ext cx="443357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CE1</a:t>
            </a:r>
            <a:r>
              <a:rPr lang="fr-MA" sz="1100">
                <a:ea typeface="+mn-lt"/>
                <a:cs typeface="+mn-lt"/>
              </a:rPr>
              <a:t>.Nothing </a:t>
            </a:r>
            <a:r>
              <a:rPr lang="fr-MA" sz="1100" err="1">
                <a:ea typeface="+mn-lt"/>
                <a:cs typeface="+mn-lt"/>
              </a:rPr>
              <a:t>changed</a:t>
            </a:r>
            <a:r>
              <a:rPr lang="fr-MA" sz="1100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6270A8C6-DFC3-38BB-06F9-DF14E1A94F55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F46897D-6E58-C75C-86B6-AEC127D1E50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F17A0B-0CA9-0A97-7B8E-9769640168F7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8BCBD07-4DAC-482D-39C4-788AAAF9F3EE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89CAC8B-EEC6-7F10-00F1-0C5173D209D7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1243DB-65FC-D43F-4198-F7D1B813A305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BD9043C-9659-572D-68A9-688AD484AF81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71500164-673F-7BEA-8915-F26D4F4B0C1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F02BD3-2F8D-C1D3-4D5C-2D48A788928F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D1EF299-DD64-E229-BA8B-76D051A33CD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F34AA02-DD9C-2FE3-F3A0-0792D0C412D9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407300E-21F6-63C2-FE52-A4339157549F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05F8021-F048-79A9-26F2-8F63BC1EA024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EC34D7D5-969A-301F-922E-20A3BE130D1B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70375CD-5498-B749-F253-6A56DB6F55D6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85FF7AD-165A-430C-6959-38EE92D16263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35CFB0-D465-F54F-4AF4-21AF9B453C99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C9B7F58-6706-75F0-EBBD-8E07F70924B5}"/>
              </a:ext>
            </a:extLst>
          </p:cNvPr>
          <p:cNvCxnSpPr/>
          <p:nvPr/>
        </p:nvCxnSpPr>
        <p:spPr>
          <a:xfrm>
            <a:off x="44551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1336A60-12F6-4DC9-F761-2FC6D6C567E0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003A5E-87FA-1045-BBBF-36041E2A2099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5BD619-2476-B57B-90E9-A90BA6921414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0BB2384-7235-222A-693D-8D951E428A18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7BCA66-41B1-4836-490C-34D70CD63810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2EFA7D-4EF4-A040-4D53-C89B5642E151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6F3BDA2-B868-D176-F76A-9AB4098E74BE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3227E94-2255-9B8F-4331-918B017568EA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7F75CF-C40B-0D32-B0F6-987B8D8769BD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F0303A-4547-B017-683C-4D9886C30504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0ED3E485-2889-1F2C-0EA1-5B5EEDB8FF25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CFE7AB-4B58-EA21-EBF2-91D7E771FC69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A32157C-9633-286E-9969-193139656A63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0C6C922-5E82-EB47-43D8-9E50FE4D103B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C1D25F5D-F250-905A-5840-572D861AD0F8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36B1810-E4BE-F8CB-BD5E-E435C6C4F3D7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878B9D1-0D64-A8E8-9929-4460F543CECC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92A725C8-A84B-E2F0-9EFF-BC5167B06F1B}"/>
              </a:ext>
            </a:extLst>
          </p:cNvPr>
          <p:cNvSpPr/>
          <p:nvPr/>
        </p:nvSpPr>
        <p:spPr>
          <a:xfrm>
            <a:off x="3162194" y="5139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7427C5D-3A4D-B3A1-EEDE-71D3EF21132A}"/>
              </a:ext>
            </a:extLst>
          </p:cNvPr>
          <p:cNvCxnSpPr/>
          <p:nvPr/>
        </p:nvCxnSpPr>
        <p:spPr>
          <a:xfrm>
            <a:off x="2695858" y="4486980"/>
            <a:ext cx="525836" cy="10094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7F5C969F-F1F2-DCA9-2D30-5A8961812C03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37A588-3A9F-94DA-9523-EA311C4A3794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04E2466-6A07-E35C-8341-A46919AFC2A6}"/>
              </a:ext>
            </a:extLst>
          </p:cNvPr>
          <p:cNvCxnSpPr/>
          <p:nvPr/>
        </p:nvCxnSpPr>
        <p:spPr>
          <a:xfrm flipV="1">
            <a:off x="5263681" y="4970247"/>
            <a:ext cx="547868" cy="6481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2A0B7D6-6274-F997-BE4C-205E6B7D4D62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B361564-9ABF-881B-D163-ABFF61D18936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DCCA859-A129-5077-30F0-0F2E1468993B}"/>
              </a:ext>
            </a:extLst>
          </p:cNvPr>
          <p:cNvCxnSpPr/>
          <p:nvPr/>
        </p:nvCxnSpPr>
        <p:spPr>
          <a:xfrm flipV="1">
            <a:off x="5989789" y="2636806"/>
            <a:ext cx="1878393" cy="29390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098A14C-C230-8CB2-0580-6BDA714F622A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B5B4A7E-410F-E7F8-6DDB-982DAA3DA7A4}"/>
              </a:ext>
            </a:extLst>
          </p:cNvPr>
          <p:cNvCxnSpPr>
            <a:cxnSpLocks/>
          </p:cNvCxnSpPr>
          <p:nvPr/>
        </p:nvCxnSpPr>
        <p:spPr>
          <a:xfrm>
            <a:off x="4313932" y="5524190"/>
            <a:ext cx="372497" cy="31081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D1A257C-FADC-EC8D-8BEE-5CE6475232DB}"/>
              </a:ext>
            </a:extLst>
          </p:cNvPr>
          <p:cNvSpPr/>
          <p:nvPr/>
        </p:nvSpPr>
        <p:spPr>
          <a:xfrm>
            <a:off x="8598540" y="3507589"/>
            <a:ext cx="1265533" cy="5999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04F0E07-DAD5-F55F-8A81-36EBEC6EC55E}"/>
              </a:ext>
            </a:extLst>
          </p:cNvPr>
          <p:cNvSpPr/>
          <p:nvPr/>
        </p:nvSpPr>
        <p:spPr>
          <a:xfrm>
            <a:off x="8015334" y="277899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5D2BDFE-8283-55E1-1745-4656981E511A}"/>
              </a:ext>
            </a:extLst>
          </p:cNvPr>
          <p:cNvSpPr/>
          <p:nvPr/>
        </p:nvSpPr>
        <p:spPr>
          <a:xfrm>
            <a:off x="6277974" y="506499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83A2307-18D7-13BF-FD82-130E1C636C2B}"/>
              </a:ext>
            </a:extLst>
          </p:cNvPr>
          <p:cNvSpPr/>
          <p:nvPr/>
        </p:nvSpPr>
        <p:spPr>
          <a:xfrm>
            <a:off x="7185691" y="5574545"/>
            <a:ext cx="1828147" cy="4115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5E4E07D-C6C0-D85B-51EA-633867BBF5FF}"/>
              </a:ext>
            </a:extLst>
          </p:cNvPr>
          <p:cNvCxnSpPr/>
          <p:nvPr/>
        </p:nvCxnSpPr>
        <p:spPr>
          <a:xfrm>
            <a:off x="8710083" y="3280754"/>
            <a:ext cx="154388" cy="218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7F64528-723E-469F-88BD-A312BFE4A2A6}"/>
              </a:ext>
            </a:extLst>
          </p:cNvPr>
          <p:cNvCxnSpPr/>
          <p:nvPr/>
        </p:nvCxnSpPr>
        <p:spPr>
          <a:xfrm>
            <a:off x="6781171" y="5475542"/>
            <a:ext cx="428654" cy="1766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DAB3A2BA-2C4A-DB91-0849-CE3CC9D9A7F8}"/>
              </a:ext>
            </a:extLst>
          </p:cNvPr>
          <p:cNvSpPr/>
          <p:nvPr/>
        </p:nvSpPr>
        <p:spPr>
          <a:xfrm>
            <a:off x="7849960" y="4515200"/>
            <a:ext cx="1260839" cy="75907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1AAA1F0-7980-AD21-C3D6-E30F320BA58C}"/>
              </a:ext>
            </a:extLst>
          </p:cNvPr>
          <p:cNvCxnSpPr/>
          <p:nvPr/>
        </p:nvCxnSpPr>
        <p:spPr>
          <a:xfrm flipV="1">
            <a:off x="8511685" y="4116362"/>
            <a:ext cx="364271" cy="432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D162B4C-F2BC-7FFC-23CA-C2BC74788628}"/>
              </a:ext>
            </a:extLst>
          </p:cNvPr>
          <p:cNvCxnSpPr/>
          <p:nvPr/>
        </p:nvCxnSpPr>
        <p:spPr>
          <a:xfrm flipV="1">
            <a:off x="8156858" y="523634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B693919C-5576-7D6A-9360-5CC812D2DB77}"/>
              </a:ext>
            </a:extLst>
          </p:cNvPr>
          <p:cNvSpPr/>
          <p:nvPr/>
        </p:nvSpPr>
        <p:spPr>
          <a:xfrm>
            <a:off x="6862733" y="3967940"/>
            <a:ext cx="1144939" cy="87547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5CE6F8E-698F-FF88-5A28-348C1D66AC21}"/>
              </a:ext>
            </a:extLst>
          </p:cNvPr>
          <p:cNvCxnSpPr/>
          <p:nvPr/>
        </p:nvCxnSpPr>
        <p:spPr>
          <a:xfrm>
            <a:off x="4464400" y="1054987"/>
            <a:ext cx="2971978" cy="292051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2CD73CC-940B-E721-62A7-363F972CB9FF}"/>
              </a:ext>
            </a:extLst>
          </p:cNvPr>
          <p:cNvCxnSpPr/>
          <p:nvPr/>
        </p:nvCxnSpPr>
        <p:spPr>
          <a:xfrm flipH="1" flipV="1">
            <a:off x="7426826" y="4848827"/>
            <a:ext cx="149086" cy="718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F184790-8333-3C0E-2900-9D3C985C5A04}"/>
              </a:ext>
            </a:extLst>
          </p:cNvPr>
          <p:cNvCxnSpPr>
            <a:cxnSpLocks/>
          </p:cNvCxnSpPr>
          <p:nvPr/>
        </p:nvCxnSpPr>
        <p:spPr>
          <a:xfrm flipV="1">
            <a:off x="9040777" y="2249301"/>
            <a:ext cx="1825322" cy="33520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883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1E8CB-419A-4E09-3820-B00CF7EF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9A23F8-B098-1DA3-BA3D-A42BD7EA42B8}"/>
              </a:ext>
            </a:extLst>
          </p:cNvPr>
          <p:cNvSpPr/>
          <p:nvPr/>
        </p:nvSpPr>
        <p:spPr>
          <a:xfrm>
            <a:off x="2005856" y="827565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A4371A-5D5C-8C7B-2817-6CC2C1729A34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5311F1-6077-B839-DB2D-3025A8681807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191E23F8-4898-F08B-20F1-FA78EBA9D409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9AD254-1FD5-345D-A5E4-EBD3A6AD44E7}"/>
              </a:ext>
            </a:extLst>
          </p:cNvPr>
          <p:cNvCxnSpPr>
            <a:cxnSpLocks/>
          </p:cNvCxnSpPr>
          <p:nvPr/>
        </p:nvCxnSpPr>
        <p:spPr>
          <a:xfrm flipH="1">
            <a:off x="1529031" y="11466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DE81E49-8B05-DA74-A0A7-FFED61693310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79110-BE8A-9747-AEEA-B6EA9223FDBB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D18A8A-C363-AAA6-7A5C-449C76CB2FB2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EA9037-FEE1-E964-1A50-238637D363B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8369AC4-2756-20F7-5C2A-1DC084CF2C7A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2412D5C-6D43-B72E-79CE-79CF7DBA694D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2F7A44-88DF-C917-C77A-30480C9C818C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4FDEEB8-0AB4-88FA-3042-CBD5EF7544D8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F480979-C13D-C450-9C39-44005A9D5ED4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8E80951-4D0E-8E1B-185F-1C28A979CC31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A3AA87F-4174-6F4E-8E11-9589EC73CFDB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E66BBF-C450-B4DA-82EA-4B68C0D1A206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582AAE-0DEA-B8DF-DF68-0AD94D5B3C63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DA1988C0-6BE8-DEDB-D222-BC7A96A72B5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FE8100-0F09-46AB-DF65-F914A057FA66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44BA4A-BE96-FFCE-4AA9-4998FBAE9541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D2C299F5-8F2E-764B-451D-C9A230761AC6}"/>
              </a:ext>
            </a:extLst>
          </p:cNvPr>
          <p:cNvSpPr/>
          <p:nvPr/>
        </p:nvSpPr>
        <p:spPr>
          <a:xfrm>
            <a:off x="7690718" y="87391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1A4738C-2409-842F-D92E-8A94F688E1E6}"/>
              </a:ext>
            </a:extLst>
          </p:cNvPr>
          <p:cNvSpPr/>
          <p:nvPr/>
        </p:nvSpPr>
        <p:spPr>
          <a:xfrm>
            <a:off x="5865101" y="100591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BECCF51-9964-E65A-C66B-884E47D9A989}"/>
              </a:ext>
            </a:extLst>
          </p:cNvPr>
          <p:cNvCxnSpPr>
            <a:cxnSpLocks/>
          </p:cNvCxnSpPr>
          <p:nvPr/>
        </p:nvCxnSpPr>
        <p:spPr>
          <a:xfrm flipV="1">
            <a:off x="7131723" y="956989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C157540A-9F70-881F-948E-5CBC204E1E73}"/>
              </a:ext>
            </a:extLst>
          </p:cNvPr>
          <p:cNvSpPr/>
          <p:nvPr/>
        </p:nvSpPr>
        <p:spPr>
          <a:xfrm>
            <a:off x="10017821" y="1722681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4CFF05B-BDDA-F60D-EF4C-C9F77AD1C4B5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8921523" y="1212310"/>
            <a:ext cx="1901902" cy="510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A826B9C-A525-0078-66F9-97A0924B3C7D}"/>
              </a:ext>
            </a:extLst>
          </p:cNvPr>
          <p:cNvSpPr txBox="1"/>
          <p:nvPr/>
        </p:nvSpPr>
        <p:spPr>
          <a:xfrm>
            <a:off x="119893" y="56303"/>
            <a:ext cx="443357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CE2.</a:t>
            </a:r>
            <a:r>
              <a:rPr lang="fr-MA" sz="1100">
                <a:ea typeface="+mn-lt"/>
                <a:cs typeface="+mn-lt"/>
              </a:rPr>
              <a:t> The entity « certification» and its key attribute « code» are created.</a:t>
            </a:r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7C607A55-D42B-625D-7525-718AC45DACA1}"/>
              </a:ext>
            </a:extLst>
          </p:cNvPr>
          <p:cNvSpPr/>
          <p:nvPr/>
        </p:nvSpPr>
        <p:spPr>
          <a:xfrm>
            <a:off x="4695657" y="2531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C79F56-759B-A3E7-8BC1-8B0B7F23B10A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67466" y="665971"/>
            <a:ext cx="588029" cy="33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FE6432-C53A-462E-1871-2BA0537FCC49}"/>
              </a:ext>
            </a:extLst>
          </p:cNvPr>
          <p:cNvCxnSpPr>
            <a:cxnSpLocks/>
            <a:stCxn id="17" idx="3"/>
            <a:endCxn id="59" idx="0"/>
          </p:cNvCxnSpPr>
          <p:nvPr/>
        </p:nvCxnSpPr>
        <p:spPr>
          <a:xfrm>
            <a:off x="6306864" y="531004"/>
            <a:ext cx="2614659" cy="34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1D392DD-CC27-8C1B-8268-8E911E2049ED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4EA0259-0D89-B1C7-0883-E1E1B43F7C28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A6C0EBB-D00C-9E71-924F-D558E8CBA404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9A9C4CC-3493-7DE0-6CCD-6400E700500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EA35DD44-75B8-4E87-7DB9-287B30EE8716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62FEEDB-D8F7-FF7C-EA72-58E5F8D5DAE7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7A4FA97-E575-C041-E7E2-833C35EB3003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560E361-40D5-8D2E-6044-18C3915AE07A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79DF6C5F-3C17-074C-28D2-5051E648D10A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E2A42AF-7A0D-DDA1-D758-1C1E0CA253F1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4D4DA4C1-A4C9-D7D4-4C47-CB45E2E88F57}"/>
              </a:ext>
            </a:extLst>
          </p:cNvPr>
          <p:cNvSpPr/>
          <p:nvPr/>
        </p:nvSpPr>
        <p:spPr>
          <a:xfrm>
            <a:off x="4549270" y="172354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CAEA2A3-D943-7796-A447-2F766EADD49A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5204647" y="1212310"/>
            <a:ext cx="2983555" cy="511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646A0B7-19DA-F125-80BD-C43684BA08E8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4C3CA7-659F-71B0-15FD-B7EA56B73105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F9E071F-EA7A-BBAA-25F0-04100845BC6C}"/>
              </a:ext>
            </a:extLst>
          </p:cNvPr>
          <p:cNvCxnSpPr/>
          <p:nvPr/>
        </p:nvCxnSpPr>
        <p:spPr>
          <a:xfrm>
            <a:off x="44551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3388782-4A54-A648-D375-1217BE50BAC2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05908E-D35E-B89E-B4FC-153CA32CF6ED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EC3F7A3-CDF1-B154-1C4E-6668D8E95B3A}"/>
              </a:ext>
            </a:extLst>
          </p:cNvPr>
          <p:cNvCxnSpPr>
            <a:cxnSpLocks/>
          </p:cNvCxnSpPr>
          <p:nvPr/>
        </p:nvCxnSpPr>
        <p:spPr>
          <a:xfrm flipH="1">
            <a:off x="3128584" y="2297260"/>
            <a:ext cx="2056451" cy="384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674042E-26E1-F1C8-A6F6-F665B2336D46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C83D10-6C27-E015-5FDD-BA42BDFD4336}"/>
              </a:ext>
            </a:extLst>
          </p:cNvPr>
          <p:cNvCxnSpPr>
            <a:cxnSpLocks/>
          </p:cNvCxnSpPr>
          <p:nvPr/>
        </p:nvCxnSpPr>
        <p:spPr>
          <a:xfrm>
            <a:off x="3097857" y="1135482"/>
            <a:ext cx="347380" cy="370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D751E8-C4F6-BF1D-082A-D891AC2854D4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9C3DEBB-42B7-5DCB-80DB-81E11F276063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47985F6-B8DF-7255-EEAB-1E4E01BFED76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E58BC1-8F0A-E0AF-AFCB-C3A1BF461E4B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61172DA-8866-EFAF-537B-A69540989ACF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7981A094-7136-82D1-7206-6A137B6ACF5C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4022A8-1A57-4D8A-45BB-C6BB45FF9344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15F23F4-6E59-67E9-9DA6-809D5D869A58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69C3C1E-07BF-482E-D653-78EB590F18EB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3E951014-0E6B-4424-F3C2-F2F359F61754}"/>
              </a:ext>
            </a:extLst>
          </p:cNvPr>
          <p:cNvSpPr/>
          <p:nvPr/>
        </p:nvSpPr>
        <p:spPr>
          <a:xfrm>
            <a:off x="4711131" y="5586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96F5858-CF0F-506D-CC79-6EE51ED1A49B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7D20FF5-EA78-890D-BBD3-722857FE6F6B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0458A23E-3667-560B-CDE7-7C3213D64266}"/>
              </a:ext>
            </a:extLst>
          </p:cNvPr>
          <p:cNvSpPr/>
          <p:nvPr/>
        </p:nvSpPr>
        <p:spPr>
          <a:xfrm>
            <a:off x="3162194" y="513908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BC8ABEA-EA00-FF1D-66D3-2DFEFDA5709D}"/>
              </a:ext>
            </a:extLst>
          </p:cNvPr>
          <p:cNvCxnSpPr/>
          <p:nvPr/>
        </p:nvCxnSpPr>
        <p:spPr>
          <a:xfrm>
            <a:off x="2695858" y="4486980"/>
            <a:ext cx="525836" cy="10094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80FFD614-053D-11D5-E357-9EBBA41A2907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6F6603-337B-2CF9-29F3-312CCCE03028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B2DC847-A754-2AE7-89A1-0153EA1306D2}"/>
              </a:ext>
            </a:extLst>
          </p:cNvPr>
          <p:cNvCxnSpPr/>
          <p:nvPr/>
        </p:nvCxnSpPr>
        <p:spPr>
          <a:xfrm flipV="1">
            <a:off x="5263681" y="4970247"/>
            <a:ext cx="547868" cy="6481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28448EA0-1C57-A926-79F7-DABB207B5574}"/>
              </a:ext>
            </a:extLst>
          </p:cNvPr>
          <p:cNvSpPr/>
          <p:nvPr/>
        </p:nvSpPr>
        <p:spPr>
          <a:xfrm>
            <a:off x="7235884" y="189662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7A3A1B0-F9AE-D1E8-8785-D7047F9CFCFC}"/>
              </a:ext>
            </a:extLst>
          </p:cNvPr>
          <p:cNvCxnSpPr>
            <a:cxnSpLocks/>
          </p:cNvCxnSpPr>
          <p:nvPr/>
        </p:nvCxnSpPr>
        <p:spPr>
          <a:xfrm flipH="1">
            <a:off x="7901639" y="1207950"/>
            <a:ext cx="541122" cy="7171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4E8C6D2-C178-C70A-31EB-00D9BB9ADF54}"/>
              </a:ext>
            </a:extLst>
          </p:cNvPr>
          <p:cNvCxnSpPr/>
          <p:nvPr/>
        </p:nvCxnSpPr>
        <p:spPr>
          <a:xfrm flipV="1">
            <a:off x="5989789" y="2636806"/>
            <a:ext cx="1878393" cy="29390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1507FA6-F7D1-22ED-6129-D8581D0EA188}"/>
              </a:ext>
            </a:extLst>
          </p:cNvPr>
          <p:cNvCxnSpPr/>
          <p:nvPr/>
        </p:nvCxnSpPr>
        <p:spPr>
          <a:xfrm>
            <a:off x="4811773" y="5300670"/>
            <a:ext cx="128657" cy="2701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1E3F5B3-CC60-8487-4FD9-13EE345FBE5B}"/>
              </a:ext>
            </a:extLst>
          </p:cNvPr>
          <p:cNvCxnSpPr>
            <a:cxnSpLocks/>
          </p:cNvCxnSpPr>
          <p:nvPr/>
        </p:nvCxnSpPr>
        <p:spPr>
          <a:xfrm>
            <a:off x="4313932" y="5524190"/>
            <a:ext cx="372497" cy="31081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8D116-AE54-962C-6654-DFCB03F3C1B6}"/>
              </a:ext>
            </a:extLst>
          </p:cNvPr>
          <p:cNvSpPr/>
          <p:nvPr/>
        </p:nvSpPr>
        <p:spPr>
          <a:xfrm>
            <a:off x="8476620" y="353806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94D14A1-3298-012A-C9B0-A10B48EEEEFF}"/>
              </a:ext>
            </a:extLst>
          </p:cNvPr>
          <p:cNvSpPr/>
          <p:nvPr/>
        </p:nvSpPr>
        <p:spPr>
          <a:xfrm>
            <a:off x="8015334" y="277899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D42E009-84B9-B705-44B3-875202B7C8DD}"/>
              </a:ext>
            </a:extLst>
          </p:cNvPr>
          <p:cNvSpPr/>
          <p:nvPr/>
        </p:nvSpPr>
        <p:spPr>
          <a:xfrm>
            <a:off x="6277974" y="506499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4933331-C842-0391-C212-3F2D9C85CB5C}"/>
              </a:ext>
            </a:extLst>
          </p:cNvPr>
          <p:cNvSpPr/>
          <p:nvPr/>
        </p:nvSpPr>
        <p:spPr>
          <a:xfrm>
            <a:off x="7185691" y="5574545"/>
            <a:ext cx="1950067" cy="4115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D01D064-58D0-3118-A112-165C954F010D}"/>
              </a:ext>
            </a:extLst>
          </p:cNvPr>
          <p:cNvCxnSpPr/>
          <p:nvPr/>
        </p:nvCxnSpPr>
        <p:spPr>
          <a:xfrm>
            <a:off x="8669443" y="3270594"/>
            <a:ext cx="195028" cy="2390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54954EA-7FF3-DDAC-2AF1-EDC6619E25A6}"/>
              </a:ext>
            </a:extLst>
          </p:cNvPr>
          <p:cNvCxnSpPr/>
          <p:nvPr/>
        </p:nvCxnSpPr>
        <p:spPr>
          <a:xfrm>
            <a:off x="6781171" y="5475542"/>
            <a:ext cx="428654" cy="1766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ED32E289-9868-116D-6761-E8E081E3CE30}"/>
              </a:ext>
            </a:extLst>
          </p:cNvPr>
          <p:cNvSpPr/>
          <p:nvPr/>
        </p:nvSpPr>
        <p:spPr>
          <a:xfrm>
            <a:off x="7849960" y="4515200"/>
            <a:ext cx="1260839" cy="75907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BCBACBC-4927-7E88-3FCD-0C587E804894}"/>
              </a:ext>
            </a:extLst>
          </p:cNvPr>
          <p:cNvCxnSpPr/>
          <p:nvPr/>
        </p:nvCxnSpPr>
        <p:spPr>
          <a:xfrm flipV="1">
            <a:off x="8501525" y="4065562"/>
            <a:ext cx="364271" cy="47332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D299430-BB50-5D46-E3D5-B92C222A06AF}"/>
              </a:ext>
            </a:extLst>
          </p:cNvPr>
          <p:cNvCxnSpPr/>
          <p:nvPr/>
        </p:nvCxnSpPr>
        <p:spPr>
          <a:xfrm flipV="1">
            <a:off x="8156858" y="523634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84B9AAED-2300-69D3-704F-F67D6FFF1BE4}"/>
              </a:ext>
            </a:extLst>
          </p:cNvPr>
          <p:cNvSpPr/>
          <p:nvPr/>
        </p:nvSpPr>
        <p:spPr>
          <a:xfrm>
            <a:off x="6862733" y="3967940"/>
            <a:ext cx="1144939" cy="87547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4CC37DD-71C4-5910-F000-532A8AFD6C84}"/>
              </a:ext>
            </a:extLst>
          </p:cNvPr>
          <p:cNvCxnSpPr/>
          <p:nvPr/>
        </p:nvCxnSpPr>
        <p:spPr>
          <a:xfrm>
            <a:off x="4464400" y="1054987"/>
            <a:ext cx="2971978" cy="292051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4200208-C515-901A-AA1F-39E926677F3B}"/>
              </a:ext>
            </a:extLst>
          </p:cNvPr>
          <p:cNvCxnSpPr/>
          <p:nvPr/>
        </p:nvCxnSpPr>
        <p:spPr>
          <a:xfrm flipH="1" flipV="1">
            <a:off x="7426826" y="4848827"/>
            <a:ext cx="149086" cy="718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E17BD0BA-3759-9544-80F2-6B8769CB5781}"/>
              </a:ext>
            </a:extLst>
          </p:cNvPr>
          <p:cNvSpPr/>
          <p:nvPr/>
        </p:nvSpPr>
        <p:spPr>
          <a:xfrm>
            <a:off x="10821102" y="4902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rgbClr val="FF0000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915638C-A72A-A3AA-5653-EB4A5CFBCB9C}"/>
              </a:ext>
            </a:extLst>
          </p:cNvPr>
          <p:cNvSpPr/>
          <p:nvPr/>
        </p:nvSpPr>
        <p:spPr>
          <a:xfrm rot="-240000">
            <a:off x="10476934" y="423701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u="sng">
                <a:solidFill>
                  <a:srgbClr val="FF0000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367B3C7-9896-47EE-6A61-E73B61DFE5DD}"/>
              </a:ext>
            </a:extLst>
          </p:cNvPr>
          <p:cNvCxnSpPr/>
          <p:nvPr/>
        </p:nvCxnSpPr>
        <p:spPr>
          <a:xfrm>
            <a:off x="10859536" y="4610117"/>
            <a:ext cx="244448" cy="29591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CA492BE-1582-EDB6-424F-53D9AC43D72A}"/>
              </a:ext>
            </a:extLst>
          </p:cNvPr>
          <p:cNvCxnSpPr>
            <a:cxnSpLocks/>
          </p:cNvCxnSpPr>
          <p:nvPr/>
        </p:nvCxnSpPr>
        <p:spPr>
          <a:xfrm flipV="1">
            <a:off x="9061097" y="2239141"/>
            <a:ext cx="1733882" cy="33012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54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53B4-E54E-CF5C-D728-DC5AB3D1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FBB7030-7F59-D6A8-2DAB-FAF60D5D96E9}"/>
              </a:ext>
            </a:extLst>
          </p:cNvPr>
          <p:cNvSpPr/>
          <p:nvPr/>
        </p:nvSpPr>
        <p:spPr>
          <a:xfrm>
            <a:off x="2016016" y="84788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F233F0-BEBE-40F7-2EF9-D493B6E05FB1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409DAD-2623-7BA8-8048-8E0371958762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6283DB8B-0FB6-44E5-3FDB-A9DE03052675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7DA76C-0CB0-AAFB-2A42-53CFEF5D3730}"/>
              </a:ext>
            </a:extLst>
          </p:cNvPr>
          <p:cNvCxnSpPr>
            <a:cxnSpLocks/>
          </p:cNvCxnSpPr>
          <p:nvPr/>
        </p:nvCxnSpPr>
        <p:spPr>
          <a:xfrm flipH="1">
            <a:off x="1468071" y="10958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735B371-F532-0053-76B3-B4E58C51C9A0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914638-03D1-AE1D-FAE3-21CFA7B28425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2D0E25-DAF4-FC5F-55BF-F11EC66A85C7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721204-6452-F84C-A4C9-2958CC23D431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BDB85D9-75C8-2CAE-26C7-946DE01FB97C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8BC62A-3C73-05D5-4E98-BFA2F6DCB300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3BFC77-61AA-0BD5-B573-65F112721A89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587BF40-7086-88F5-5CCD-81A636BB0114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D5909C8-EE86-2CA9-E438-442004F2E743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99BD26F-851D-533C-D6DD-BF25E0B90411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62F1B429-41F4-2345-20FB-C25FFC3F9368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93594A-5863-8F5A-DFEC-4CE699603758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E11ADA-6E87-54CF-59EA-987555A70199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A4800743-5ACF-CACA-ED3B-6829BCCC1164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06DAC5-CD07-B9BB-CA38-C901AEF389B3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2D7360-0C45-1675-4BC6-4B555D93536C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459C9174-2FD9-E007-3B72-66DF8054A3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749FB9C-D97E-E42E-4469-3CD7931F539B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695B554-D0A9-FF7D-C92F-7047D1CE630B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76357A6E-ECD0-86E0-C3E0-059CC6714315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3EFBAEF-9278-9E6C-553A-805BF7541941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44A48C2-4895-E35C-4D52-9F16B4BA8FFA}"/>
              </a:ext>
            </a:extLst>
          </p:cNvPr>
          <p:cNvSpPr txBox="1"/>
          <p:nvPr/>
        </p:nvSpPr>
        <p:spPr>
          <a:xfrm>
            <a:off x="119893" y="56303"/>
            <a:ext cx="443357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CE3.</a:t>
            </a:r>
            <a:r>
              <a:rPr lang="fr-MA" sz="1100">
                <a:ea typeface="+mn-lt"/>
                <a:cs typeface="+mn-lt"/>
              </a:rPr>
              <a:t> The relationship «holds» is created.A person holds</a:t>
            </a:r>
            <a:r>
              <a:rPr lang="fr-MA" sz="1100" b="1">
                <a:ea typeface="+mn-lt"/>
                <a:cs typeface="+mn-lt"/>
              </a:rPr>
              <a:t> ZERO-to</a:t>
            </a:r>
            <a:r>
              <a:rPr lang="fr-MA" sz="1100">
                <a:ea typeface="+mn-lt"/>
                <a:cs typeface="+mn-lt"/>
              </a:rPr>
              <a:t>-</a:t>
            </a:r>
            <a:r>
              <a:rPr lang="fr-MA" sz="1100" b="1">
                <a:ea typeface="+mn-lt"/>
                <a:cs typeface="+mn-lt"/>
              </a:rPr>
              <a:t>MANY</a:t>
            </a:r>
            <a:r>
              <a:rPr lang="fr-MA" sz="1100">
                <a:ea typeface="+mn-lt"/>
                <a:cs typeface="+mn-lt"/>
              </a:rPr>
              <a:t> certifications, and the same certification is held  by </a:t>
            </a:r>
            <a:r>
              <a:rPr lang="fr-MA" sz="1100" b="1">
                <a:ea typeface="+mn-lt"/>
                <a:cs typeface="+mn-lt"/>
              </a:rPr>
              <a:t>ZERO-to-MANY </a:t>
            </a:r>
            <a:r>
              <a:rPr lang="fr-MA" sz="1100">
                <a:ea typeface="+mn-lt"/>
                <a:cs typeface="+mn-lt"/>
              </a:rPr>
              <a:t>persons</a:t>
            </a:r>
            <a:r>
              <a:rPr lang="fr-MA" sz="1100" b="1">
                <a:ea typeface="+mn-lt"/>
                <a:cs typeface="+mn-lt"/>
              </a:rPr>
              <a:t>. </a:t>
            </a:r>
            <a:endParaRPr lang="fr-MA" sz="1100" b="1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1CB99DB-C854-AC8C-8CE1-A0AFCF9F14C8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84E4BC7-779A-ABF6-55B7-F6813CFE633A}"/>
              </a:ext>
            </a:extLst>
          </p:cNvPr>
          <p:cNvSpPr/>
          <p:nvPr/>
        </p:nvSpPr>
        <p:spPr>
          <a:xfrm>
            <a:off x="4665177" y="499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1EBF0E-7557-213F-4053-DAACB6D30AC2}"/>
              </a:ext>
            </a:extLst>
          </p:cNvPr>
          <p:cNvCxnSpPr>
            <a:cxnSpLocks/>
          </p:cNvCxnSpPr>
          <p:nvPr/>
        </p:nvCxnSpPr>
        <p:spPr>
          <a:xfrm flipV="1">
            <a:off x="3837546" y="401811"/>
            <a:ext cx="1024909" cy="4425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F53E83-F9C6-DDA9-3F32-750D9F375E07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975B63F-B289-2B1C-2EDC-B4564BE5B8C1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777CD2-8BF3-282C-1799-4E0BD11C1A40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2952D21-F4F6-8FC7-5F1D-41B6C1988A5E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3BCE052-CFC6-57AE-89E6-EE21497C6906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7C5481E-B626-D455-C77F-E0553C3289B1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F695956-AD8B-2E3D-38BB-D837DDC8D688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A3CBF9E-D800-1768-E4DD-3712838D682F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FED7AFA-9C0D-083E-5EEC-EDBDB20DF65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55BD35B-522C-C442-8F26-2E7526584E5F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17E1221-A277-396B-F52B-FECD8D73E363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4CFC0A86-DE6A-ECEB-AAC6-04907B584194}"/>
              </a:ext>
            </a:extLst>
          </p:cNvPr>
          <p:cNvSpPr/>
          <p:nvPr/>
        </p:nvSpPr>
        <p:spPr>
          <a:xfrm>
            <a:off x="5616070" y="204866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C64AB09-E690-B1D0-BFFD-A123E59127FA}"/>
              </a:ext>
            </a:extLst>
          </p:cNvPr>
          <p:cNvCxnSpPr>
            <a:cxnSpLocks/>
          </p:cNvCxnSpPr>
          <p:nvPr/>
        </p:nvCxnSpPr>
        <p:spPr>
          <a:xfrm flipH="1">
            <a:off x="6840407" y="1049750"/>
            <a:ext cx="2617795" cy="1273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ABA1D8D-37C9-3D62-10A7-4EEB0C29F193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14969C-EFB9-23F2-F445-9F703F20CB97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39821B5-60AD-4EB3-8B3C-AF55B33A0898}"/>
              </a:ext>
            </a:extLst>
          </p:cNvPr>
          <p:cNvCxnSpPr/>
          <p:nvPr/>
        </p:nvCxnSpPr>
        <p:spPr>
          <a:xfrm>
            <a:off x="44551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B82695A-3CDA-9D14-31B8-A3DEF942C4FB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8C1AAF-461E-F77E-C342-92A9CCEB91FF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CE8C67E-B634-C432-F06C-325B1B4362B2}"/>
              </a:ext>
            </a:extLst>
          </p:cNvPr>
          <p:cNvCxnSpPr>
            <a:cxnSpLocks/>
          </p:cNvCxnSpPr>
          <p:nvPr/>
        </p:nvCxnSpPr>
        <p:spPr>
          <a:xfrm flipH="1">
            <a:off x="3128584" y="2348060"/>
            <a:ext cx="2533971" cy="38000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7F7117C9-F292-4696-4FE0-8B4BDE933E23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567D75-6F62-7A53-C663-07BBC98B91A6}"/>
              </a:ext>
            </a:extLst>
          </p:cNvPr>
          <p:cNvCxnSpPr>
            <a:cxnSpLocks/>
          </p:cNvCxnSpPr>
          <p:nvPr/>
        </p:nvCxnSpPr>
        <p:spPr>
          <a:xfrm>
            <a:off x="307753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A015B1-DEB9-793A-8C75-E771FBEE397B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82770CB-9375-B742-41C4-4276641119F3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3F02B35-11C5-4B4C-FA77-B2A516F03838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62CD1E-927D-CC88-8171-14A701FDC3B9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1C82F6B-4B3C-9227-FF1F-9B8B7237121D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E8F91593-155A-1709-4C97-788430CFEB07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233C2C2-B61E-C292-22E1-BF04E672EF56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C697213-24A5-877F-E70F-C0EB841C6D4A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0CEEB0-7D34-C616-EE8E-0279633D7923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91AFFA8-606D-A2BE-7AF7-4B9B61A6FD00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CF740C4-6DB2-792C-6067-4D346597DC20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0159980-8207-F4EF-E11F-20B021D9931E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6B6BDAEE-EC60-EF1B-3C45-6A471F548CC3}"/>
              </a:ext>
            </a:extLst>
          </p:cNvPr>
          <p:cNvSpPr/>
          <p:nvPr/>
        </p:nvSpPr>
        <p:spPr>
          <a:xfrm>
            <a:off x="3233314" y="487492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578FFFF-47B4-A2E6-8B3D-31AD05C0C00A}"/>
              </a:ext>
            </a:extLst>
          </p:cNvPr>
          <p:cNvCxnSpPr/>
          <p:nvPr/>
        </p:nvCxnSpPr>
        <p:spPr>
          <a:xfrm>
            <a:off x="2949858" y="4507300"/>
            <a:ext cx="302316" cy="7147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15E21D63-CCCC-7719-8210-770F9D71AD81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268C597-876C-4868-0189-39D92E440E17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A06A8DB-6F78-FC8E-1362-52A4E929DCDD}"/>
              </a:ext>
            </a:extLst>
          </p:cNvPr>
          <p:cNvCxnSpPr/>
          <p:nvPr/>
        </p:nvCxnSpPr>
        <p:spPr>
          <a:xfrm flipV="1">
            <a:off x="5253521" y="4960087"/>
            <a:ext cx="558028" cy="871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00F3F315-CED3-97FA-E9E9-8F6574D1F3BC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26D4D79-2E85-7504-56E2-842D05EFC475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9471E15-B633-8DEB-83B9-359AB6AE2171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881B4A9-86C9-1AB2-B498-4B5037534CB0}"/>
              </a:ext>
            </a:extLst>
          </p:cNvPr>
          <p:cNvCxnSpPr/>
          <p:nvPr/>
        </p:nvCxnSpPr>
        <p:spPr>
          <a:xfrm>
            <a:off x="4781293" y="5260030"/>
            <a:ext cx="179457" cy="5749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6DDC793-8D33-D61F-EC45-D39D237F3C83}"/>
              </a:ext>
            </a:extLst>
          </p:cNvPr>
          <p:cNvCxnSpPr>
            <a:cxnSpLocks/>
          </p:cNvCxnSpPr>
          <p:nvPr/>
        </p:nvCxnSpPr>
        <p:spPr>
          <a:xfrm>
            <a:off x="4334252" y="5270190"/>
            <a:ext cx="352177" cy="5749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2CDA4C4-8B79-C0B4-C615-8339E8320C4B}"/>
              </a:ext>
            </a:extLst>
          </p:cNvPr>
          <p:cNvSpPr/>
          <p:nvPr/>
        </p:nvSpPr>
        <p:spPr>
          <a:xfrm>
            <a:off x="8049900" y="70342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EAE894A-42FD-32FB-8E34-70BABBBED407}"/>
              </a:ext>
            </a:extLst>
          </p:cNvPr>
          <p:cNvSpPr/>
          <p:nvPr/>
        </p:nvSpPr>
        <p:spPr>
          <a:xfrm>
            <a:off x="8228694" y="-55648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4509E81-D1BF-0D1B-23A5-CA6ECF65C55E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B06FEBC-57DE-9101-E473-A3A6E15DCAA8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F4A352E-4FAB-A7E5-B4E3-0E6A677F8499}"/>
              </a:ext>
            </a:extLst>
          </p:cNvPr>
          <p:cNvCxnSpPr/>
          <p:nvPr/>
        </p:nvCxnSpPr>
        <p:spPr>
          <a:xfrm>
            <a:off x="8506883" y="446114"/>
            <a:ext cx="195028" cy="2390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ABA0D2-5A1D-F8FA-FBAF-FEE8E3D699C7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5C2CE050-7D9D-D26E-9006-37A667AC17B3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14057EF-C71D-FB5D-2620-A6D0B1A9E88B}"/>
              </a:ext>
            </a:extLst>
          </p:cNvPr>
          <p:cNvCxnSpPr/>
          <p:nvPr/>
        </p:nvCxnSpPr>
        <p:spPr>
          <a:xfrm flipV="1">
            <a:off x="7861445" y="915962"/>
            <a:ext cx="171231" cy="21932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181E7AD-296A-76F3-22EA-0444B4F430D9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F3AB5B7E-1CB8-896D-8334-E6EAA8267E91}"/>
              </a:ext>
            </a:extLst>
          </p:cNvPr>
          <p:cNvSpPr/>
          <p:nvPr/>
        </p:nvSpPr>
        <p:spPr>
          <a:xfrm>
            <a:off x="4901853" y="62530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17BB050-3FE2-8B8B-8137-40D8CF1D0D4F}"/>
              </a:ext>
            </a:extLst>
          </p:cNvPr>
          <p:cNvCxnSpPr/>
          <p:nvPr/>
        </p:nvCxnSpPr>
        <p:spPr>
          <a:xfrm flipV="1">
            <a:off x="3875120" y="897022"/>
            <a:ext cx="1041578" cy="1572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1C27569-27B0-F788-B4F0-CA7FBFAE1374}"/>
              </a:ext>
            </a:extLst>
          </p:cNvPr>
          <p:cNvCxnSpPr/>
          <p:nvPr/>
        </p:nvCxnSpPr>
        <p:spPr>
          <a:xfrm flipH="1" flipV="1">
            <a:off x="5506586" y="927067"/>
            <a:ext cx="616446" cy="6775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97CB801E-E11D-E5AF-DF3F-9B08CB7CC778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C907CF9-9E84-B2AC-FE98-54A16D06319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14D3A24-66F8-3790-6B42-7B8228E9F116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C5BD8EC1-DF13-9190-45E2-9703BBA212E7}"/>
              </a:ext>
            </a:extLst>
          </p:cNvPr>
          <p:cNvSpPr/>
          <p:nvPr/>
        </p:nvSpPr>
        <p:spPr>
          <a:xfrm rot="240000">
            <a:off x="3957873" y="11046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rgbClr val="FF0000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8D8B135-28F0-6A60-4FD8-78453BB524EC}"/>
              </a:ext>
            </a:extLst>
          </p:cNvPr>
          <p:cNvCxnSpPr/>
          <p:nvPr/>
        </p:nvCxnSpPr>
        <p:spPr>
          <a:xfrm>
            <a:off x="3859712" y="1080719"/>
            <a:ext cx="134068" cy="260682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C1E4D30-C23C-90A6-5650-1A39C72396A3}"/>
              </a:ext>
            </a:extLst>
          </p:cNvPr>
          <p:cNvCxnSpPr/>
          <p:nvPr/>
        </p:nvCxnSpPr>
        <p:spPr>
          <a:xfrm flipV="1">
            <a:off x="4859814" y="1071830"/>
            <a:ext cx="1229360" cy="365760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024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A4A0-FAB8-2263-2DAD-F9434EED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5568C4-2A58-BB42-5CDE-72980C7E3539}"/>
              </a:ext>
            </a:extLst>
          </p:cNvPr>
          <p:cNvSpPr/>
          <p:nvPr/>
        </p:nvSpPr>
        <p:spPr>
          <a:xfrm>
            <a:off x="2016016" y="84788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96DE6-E154-C33A-8A05-8C136FB27928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53B2C5-B40D-9632-FA1E-962C0BF47448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D2192C6-7327-E70A-D1BE-E53CC9182EA0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6F1A0A-AD4B-900D-DA45-EE425BF38F50}"/>
              </a:ext>
            </a:extLst>
          </p:cNvPr>
          <p:cNvCxnSpPr>
            <a:cxnSpLocks/>
          </p:cNvCxnSpPr>
          <p:nvPr/>
        </p:nvCxnSpPr>
        <p:spPr>
          <a:xfrm flipH="1">
            <a:off x="1468071" y="10958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D0E6B53-D2B1-9396-278E-23DDC5EA5412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BBF75B-9AA1-7AA8-B2C6-DEEEFA7BEEB6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088F2E-B181-6CDF-287A-562C4564DAEF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1DD0B0-55E9-A782-AEC9-95CA5BC0521A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01C2F1E-9B31-1C12-CBA0-42CAF9E2FCCF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F74816-83C7-8A59-8B09-6DF506A90608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E8BF777-E550-9725-46BA-FB63A78572B0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7989E37-BF77-2C43-C7CE-F76E6A68E91E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2344566-9AA3-14DE-BE9F-3D90088EF0E4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7D84FC-A3D7-1FF1-49A1-A5178E54726F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CB272E5B-6EED-443E-1D0D-CB3D734731F1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33C8F3-ED23-F124-7D57-C7C094FB0384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E46D5-822C-3B11-D1CB-D42751F0A784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8C078991-8155-047C-B773-EBF4AE698314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E406D9-1B22-C439-0DB1-1FE170ED2735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F72FC2-ADB4-5E33-C08E-72AB3BCCF458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CFF58B0-2344-25D6-29B1-337CE400B605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B21D643-B774-30C1-97B2-9EBC8F9396D6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0CB0801-D737-F0A7-3FD4-219F1E143497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8A8AB7ED-E919-184F-ED09-FBC8B8186098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E2A5EDC-F051-5F78-9CDD-3356256B2387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434D00F-A7C4-6824-4734-5CD4606F3FC4}"/>
              </a:ext>
            </a:extLst>
          </p:cNvPr>
          <p:cNvSpPr txBox="1"/>
          <p:nvPr/>
        </p:nvSpPr>
        <p:spPr>
          <a:xfrm>
            <a:off x="119893" y="56303"/>
            <a:ext cx="44335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CE4</a:t>
            </a:r>
            <a:r>
              <a:rPr lang="fr-MA" sz="1100">
                <a:ea typeface="+mn-lt"/>
                <a:cs typeface="+mn-lt"/>
              </a:rPr>
              <a:t>. Add attributes to the relationship «holds» shown in the last slides.</a:t>
            </a:r>
            <a:endParaRPr lang="fr-MA" sz="1100" b="1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735F551-9836-F730-AA06-CD806D7EBEA0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AD04FCE2-DBAA-45D8-270D-1141F3719442}"/>
              </a:ext>
            </a:extLst>
          </p:cNvPr>
          <p:cNvSpPr/>
          <p:nvPr/>
        </p:nvSpPr>
        <p:spPr>
          <a:xfrm>
            <a:off x="4665177" y="499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50F6EF-22E2-6F70-D777-84EE74503A89}"/>
              </a:ext>
            </a:extLst>
          </p:cNvPr>
          <p:cNvCxnSpPr>
            <a:cxnSpLocks/>
          </p:cNvCxnSpPr>
          <p:nvPr/>
        </p:nvCxnSpPr>
        <p:spPr>
          <a:xfrm flipV="1">
            <a:off x="3837546" y="401811"/>
            <a:ext cx="1024909" cy="4425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1ED20A-BC1A-7A0C-2762-B90BA9CD495D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5F4FCAA-97F6-86AB-9932-861728FD8A64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75B9B14-C39E-6E48-104E-C6CF24E2E247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85AB47-14CB-2608-6AF2-AE3497BC5743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4EAE981-A1DF-FEDC-A5B8-0C2D2776E98D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8EA9F9B-EA05-3B1B-EB32-E3CBCE7C0E8D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9EB074E-F7F1-3D69-EBB9-75D2052F1C47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DE4E262-2777-0CB6-0C1C-5334DF317927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3002FD5-5287-75A4-7E24-3601860EF43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073B40A3-BC0D-F8FF-3401-D10D78C45A02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09555EA-102C-C115-1A1F-9A5E83F1E637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95E5030-CC33-6C60-54C8-63882234ADA9}"/>
              </a:ext>
            </a:extLst>
          </p:cNvPr>
          <p:cNvSpPr/>
          <p:nvPr/>
        </p:nvSpPr>
        <p:spPr>
          <a:xfrm>
            <a:off x="5616070" y="204866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F7AAC49-3254-DF88-FB8A-F2EF9CD5FD73}"/>
              </a:ext>
            </a:extLst>
          </p:cNvPr>
          <p:cNvCxnSpPr>
            <a:cxnSpLocks/>
          </p:cNvCxnSpPr>
          <p:nvPr/>
        </p:nvCxnSpPr>
        <p:spPr>
          <a:xfrm flipH="1">
            <a:off x="6840407" y="1049750"/>
            <a:ext cx="2617795" cy="1273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A951D8E-53AD-A57A-6A5A-B2D6F8B46DE7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0BC33-2798-5BCF-D18B-7E357C1F3D84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8BA7340-D730-E107-A1AE-629D7B4FD301}"/>
              </a:ext>
            </a:extLst>
          </p:cNvPr>
          <p:cNvCxnSpPr/>
          <p:nvPr/>
        </p:nvCxnSpPr>
        <p:spPr>
          <a:xfrm>
            <a:off x="44551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3E734B0-3F5D-0BE9-A3A2-4BB868B3498D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916B6A-30B5-D55E-6514-881B5147B953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660F1FF-91BE-272C-2724-BE2DEFF0CCEA}"/>
              </a:ext>
            </a:extLst>
          </p:cNvPr>
          <p:cNvCxnSpPr>
            <a:cxnSpLocks/>
          </p:cNvCxnSpPr>
          <p:nvPr/>
        </p:nvCxnSpPr>
        <p:spPr>
          <a:xfrm flipH="1">
            <a:off x="3128584" y="2348060"/>
            <a:ext cx="2533971" cy="38000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F79C364-5CA9-F615-FECA-7245BB08AB0B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B7897B-3216-77B1-E183-37A9B110C99A}"/>
              </a:ext>
            </a:extLst>
          </p:cNvPr>
          <p:cNvCxnSpPr>
            <a:cxnSpLocks/>
          </p:cNvCxnSpPr>
          <p:nvPr/>
        </p:nvCxnSpPr>
        <p:spPr>
          <a:xfrm>
            <a:off x="307753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7A23BC-41D0-42CF-0AA1-F06CE748966A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F5F48E2-2256-C283-1258-4E6DB109BFF2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CD422D7-7CA1-6919-7CF7-279ED1E0BC89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7D560F-B50C-C0C5-391B-30770EA9B3E3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123F93-3882-D19E-106A-C9E624E2EE1D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2CB4B4E-B4CC-FA78-D56C-95E93806597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289FC98-53EE-E394-5DAA-EFEB0B164CEB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D24B48-7BA7-E2B9-8D31-F1E8B4F5C6A0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72AE16-6C0A-118C-9B6C-4E743D79981B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77EC6DD0-F7DA-7147-735E-2CC231FB78AB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1B4CE5E-92DD-0F63-BAB2-244F932C05B1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00E02AC-E511-FFFF-C3BB-80C90B30B29A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E3C4B82E-08AB-76B6-C270-BDC671E4D869}"/>
              </a:ext>
            </a:extLst>
          </p:cNvPr>
          <p:cNvSpPr/>
          <p:nvPr/>
        </p:nvSpPr>
        <p:spPr>
          <a:xfrm>
            <a:off x="3263794" y="484444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F8768B5-0B5E-F5D1-F533-D7CE28011F79}"/>
              </a:ext>
            </a:extLst>
          </p:cNvPr>
          <p:cNvCxnSpPr/>
          <p:nvPr/>
        </p:nvCxnSpPr>
        <p:spPr>
          <a:xfrm>
            <a:off x="2949858" y="4507300"/>
            <a:ext cx="302316" cy="7147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41A31C04-2E54-90DD-B5C0-9D8BF203E882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C96E972-E34A-46BF-7EFC-E2A1393938BE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D51EFDA-C1E8-BD58-6F60-B7820008C873}"/>
              </a:ext>
            </a:extLst>
          </p:cNvPr>
          <p:cNvCxnSpPr/>
          <p:nvPr/>
        </p:nvCxnSpPr>
        <p:spPr>
          <a:xfrm flipV="1">
            <a:off x="5253521" y="4960087"/>
            <a:ext cx="558028" cy="871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EED2BFFD-0ABF-B258-4433-F9033CCB4286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14C2642-2797-33E4-F54D-CE69F1B90798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484E029-9440-3525-26B8-8E7F668C32D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2BB845A-600C-6876-9373-72DA91E8F8B5}"/>
              </a:ext>
            </a:extLst>
          </p:cNvPr>
          <p:cNvCxnSpPr/>
          <p:nvPr/>
        </p:nvCxnSpPr>
        <p:spPr>
          <a:xfrm>
            <a:off x="4781293" y="5260030"/>
            <a:ext cx="179457" cy="5749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C816459-532F-3301-8E93-13C821A83208}"/>
              </a:ext>
            </a:extLst>
          </p:cNvPr>
          <p:cNvCxnSpPr>
            <a:cxnSpLocks/>
          </p:cNvCxnSpPr>
          <p:nvPr/>
        </p:nvCxnSpPr>
        <p:spPr>
          <a:xfrm>
            <a:off x="4395212" y="5229550"/>
            <a:ext cx="291217" cy="6257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E5C0480-751D-43CB-93E6-27194AB6C2CB}"/>
              </a:ext>
            </a:extLst>
          </p:cNvPr>
          <p:cNvSpPr/>
          <p:nvPr/>
        </p:nvSpPr>
        <p:spPr>
          <a:xfrm>
            <a:off x="8049900" y="70342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59FFC8D-3CD9-8DE1-0125-C3179FADCD54}"/>
              </a:ext>
            </a:extLst>
          </p:cNvPr>
          <p:cNvSpPr/>
          <p:nvPr/>
        </p:nvSpPr>
        <p:spPr>
          <a:xfrm>
            <a:off x="8228694" y="-55648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94AC847-217E-237A-1CCA-0C45D4157937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63566DD-AE5C-BBA5-CB26-312D7A3D16E8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C700A8F-002E-C42C-BF9B-B6F107D5F2AD}"/>
              </a:ext>
            </a:extLst>
          </p:cNvPr>
          <p:cNvCxnSpPr/>
          <p:nvPr/>
        </p:nvCxnSpPr>
        <p:spPr>
          <a:xfrm>
            <a:off x="8506883" y="446114"/>
            <a:ext cx="195028" cy="2390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DFF77E7-64D0-7969-993A-12CBA299B9D1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DF8847DC-864E-83A7-2EBA-F3AC7E16A55B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A08E511-C40B-8957-1E02-48B9A5A27701}"/>
              </a:ext>
            </a:extLst>
          </p:cNvPr>
          <p:cNvCxnSpPr/>
          <p:nvPr/>
        </p:nvCxnSpPr>
        <p:spPr>
          <a:xfrm flipV="1">
            <a:off x="7861445" y="915962"/>
            <a:ext cx="171231" cy="21932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C837BD2-5B85-6745-BA84-4C7F6D424523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507CDF17-8C75-F35E-7FCA-BE653BAA8F33}"/>
              </a:ext>
            </a:extLst>
          </p:cNvPr>
          <p:cNvSpPr/>
          <p:nvPr/>
        </p:nvSpPr>
        <p:spPr>
          <a:xfrm>
            <a:off x="4901853" y="62530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85F3F7E-4B5B-139D-C561-DC8BC2B7C069}"/>
              </a:ext>
            </a:extLst>
          </p:cNvPr>
          <p:cNvCxnSpPr/>
          <p:nvPr/>
        </p:nvCxnSpPr>
        <p:spPr>
          <a:xfrm flipV="1">
            <a:off x="3875120" y="897022"/>
            <a:ext cx="1041578" cy="1572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FA7FD12-D652-49B6-6310-EE9FE1222BF8}"/>
              </a:ext>
            </a:extLst>
          </p:cNvPr>
          <p:cNvCxnSpPr/>
          <p:nvPr/>
        </p:nvCxnSpPr>
        <p:spPr>
          <a:xfrm flipH="1" flipV="1">
            <a:off x="5506586" y="927067"/>
            <a:ext cx="616446" cy="6775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E75CA0EC-AA9B-1D46-11AB-BDE7A538E055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3FB73BC-0450-BC4B-CAC1-18B6D5E3EC5F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12D0BBC-6022-5765-2C19-12EDA1CCE18E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03894E20-AF4D-0354-9B01-3E549D277BAE}"/>
              </a:ext>
            </a:extLst>
          </p:cNvPr>
          <p:cNvSpPr/>
          <p:nvPr/>
        </p:nvSpPr>
        <p:spPr>
          <a:xfrm rot="240000">
            <a:off x="3957873" y="11046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93BDE51-1877-F012-2351-9B7210EABD41}"/>
              </a:ext>
            </a:extLst>
          </p:cNvPr>
          <p:cNvCxnSpPr/>
          <p:nvPr/>
        </p:nvCxnSpPr>
        <p:spPr>
          <a:xfrm>
            <a:off x="3859712" y="1080719"/>
            <a:ext cx="134068" cy="2606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CA9E295-E867-9A29-0FF6-B6CD72A1AB5B}"/>
              </a:ext>
            </a:extLst>
          </p:cNvPr>
          <p:cNvCxnSpPr/>
          <p:nvPr/>
        </p:nvCxnSpPr>
        <p:spPr>
          <a:xfrm flipV="1">
            <a:off x="4859814" y="1071830"/>
            <a:ext cx="1229360" cy="3657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526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C3D25-334E-7511-6572-4D106EA0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20B27F-01B5-8CB8-BF0B-F4C74F52CB3C}"/>
              </a:ext>
            </a:extLst>
          </p:cNvPr>
          <p:cNvSpPr/>
          <p:nvPr/>
        </p:nvSpPr>
        <p:spPr>
          <a:xfrm>
            <a:off x="2016016" y="84788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96B96B-82B1-C323-3DD3-128E5E536493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91347-804F-E40A-2991-2931B29DBFE6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7532F06-A8C3-B16B-2BFF-A907891C40E0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F90ED7-DFBD-303B-50B7-43F79BC913D7}"/>
              </a:ext>
            </a:extLst>
          </p:cNvPr>
          <p:cNvCxnSpPr>
            <a:cxnSpLocks/>
          </p:cNvCxnSpPr>
          <p:nvPr/>
        </p:nvCxnSpPr>
        <p:spPr>
          <a:xfrm flipH="1">
            <a:off x="1468071" y="10958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41D41C1-1849-1CA9-8CD5-D6F71EC38D6C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FA60D8-6929-CD15-A702-FF7D2372FD28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303E09-8566-D810-866E-A7817E903A04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791B8B-D12A-6B47-B9C4-05E45B633EA6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D08E25C-E655-B0AE-19A2-628960682363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2EBD2FB-F2A6-0781-26EB-32A921979C51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2648C2-F787-1888-5BFE-AAD28F7EF9A8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5B83C9F-9021-67E9-F47A-0F15DBCA7D35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A2D8317-B162-E53E-4881-D859F8E6553D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8BB0DBE-1B1A-CAD7-3620-7DA09C10095A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C2A8936-5DAE-2870-86D5-5A4CFC6EFAA8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3F3658-B55A-BB69-271A-75A64CD9BEA7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331102-38D8-DB05-75F8-182EC070A99F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A4FEE48D-19EA-8A41-57DA-7433543AC162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CAA877-D3F6-E5B3-8C6A-B8CF3C264024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1571F9-B4EA-FB2F-61CE-ADF819D47942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243FC01D-CFEA-7B0E-9644-D869D91FEED1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2395552-4460-62C1-EC50-0FB7FFA29C0E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455AEEA-A8F3-07B0-A3C2-BDD437766AAA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8A1197D0-8B2C-460B-FC51-FBF9FDF97509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21597D4-7070-FCE6-6B46-C827905C88E8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75A525F-2BC8-F63F-1772-75FA2F184C21}"/>
              </a:ext>
            </a:extLst>
          </p:cNvPr>
          <p:cNvSpPr txBox="1"/>
          <p:nvPr/>
        </p:nvSpPr>
        <p:spPr>
          <a:xfrm>
            <a:off x="79253" y="56303"/>
            <a:ext cx="44335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CE5.</a:t>
            </a:r>
            <a:r>
              <a:rPr lang="fr-MA" sz="1100">
                <a:ea typeface="+mn-lt"/>
                <a:cs typeface="+mn-lt"/>
              </a:rPr>
              <a:t> Add attribute «Recent award»to the relationship «holds» shown in the last slides.</a:t>
            </a:r>
            <a:endParaRPr lang="fr-MA" sz="1100" b="1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150B139-20C5-7A45-23B7-2F994F8C6A80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E3FEB188-C93B-939E-2E1B-78BEED7A65EA}"/>
              </a:ext>
            </a:extLst>
          </p:cNvPr>
          <p:cNvSpPr/>
          <p:nvPr/>
        </p:nvSpPr>
        <p:spPr>
          <a:xfrm>
            <a:off x="4665177" y="499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E73161-8DFF-4418-FCCC-F96CF3057A99}"/>
              </a:ext>
            </a:extLst>
          </p:cNvPr>
          <p:cNvCxnSpPr>
            <a:cxnSpLocks/>
          </p:cNvCxnSpPr>
          <p:nvPr/>
        </p:nvCxnSpPr>
        <p:spPr>
          <a:xfrm flipV="1">
            <a:off x="3837546" y="401811"/>
            <a:ext cx="1024909" cy="4425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591AE6-334C-9D06-4004-783402AB0440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EB9470A-5ED8-BB07-C7AE-3DFCF10BE756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4D9F29-ABAC-87B3-EF2B-E80ED0B6739A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815EB1-7CC5-9BD1-747C-D56D18C69F21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B450BDC-84D6-2186-08FB-EA33CDD640B4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E3BEB16D-4335-46CF-2A0D-4E0571CB3111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299FEC-A414-A4D6-42CE-5BB03C54D36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6240413-4EE5-07D1-40CC-FD97E2B1891D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8801CA1-DF96-500F-BE62-5A14C40911D4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0C282B81-CF3C-00D5-4947-545F01DE842E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1FA0919-5908-A04B-2DE8-EC30ABAA3E42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F47B194F-F04D-627C-EB2B-D7A422AC92D2}"/>
              </a:ext>
            </a:extLst>
          </p:cNvPr>
          <p:cNvSpPr/>
          <p:nvPr/>
        </p:nvSpPr>
        <p:spPr>
          <a:xfrm>
            <a:off x="5616070" y="204866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CA27640-4268-0C14-9A13-71450CC40D28}"/>
              </a:ext>
            </a:extLst>
          </p:cNvPr>
          <p:cNvCxnSpPr>
            <a:cxnSpLocks/>
          </p:cNvCxnSpPr>
          <p:nvPr/>
        </p:nvCxnSpPr>
        <p:spPr>
          <a:xfrm flipH="1">
            <a:off x="6840407" y="1049750"/>
            <a:ext cx="2617795" cy="1273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97C6DD6-9BC8-D3B8-C34F-FAF033FF119A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80EDA0-BE99-536E-FE79-7CF2113EDB71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CEB928D-1AE3-55B1-7C02-EA1F95F7CB6C}"/>
              </a:ext>
            </a:extLst>
          </p:cNvPr>
          <p:cNvCxnSpPr/>
          <p:nvPr/>
        </p:nvCxnSpPr>
        <p:spPr>
          <a:xfrm>
            <a:off x="44551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DBA565D-0692-36FC-21A7-5D4DD6D9901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C165F2-3643-1B86-72BB-97E7CCB3BC89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BF7741F-4F0D-6286-03F4-FDCFD88FCA4D}"/>
              </a:ext>
            </a:extLst>
          </p:cNvPr>
          <p:cNvCxnSpPr>
            <a:cxnSpLocks/>
          </p:cNvCxnSpPr>
          <p:nvPr/>
        </p:nvCxnSpPr>
        <p:spPr>
          <a:xfrm flipH="1">
            <a:off x="3128584" y="2348060"/>
            <a:ext cx="2533971" cy="38000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D35520AC-4F9C-C02C-0460-D220BBED1D78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45FB15-7762-726C-2615-52F1E02650ED}"/>
              </a:ext>
            </a:extLst>
          </p:cNvPr>
          <p:cNvCxnSpPr>
            <a:cxnSpLocks/>
          </p:cNvCxnSpPr>
          <p:nvPr/>
        </p:nvCxnSpPr>
        <p:spPr>
          <a:xfrm>
            <a:off x="307753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8F48E58-E67C-645E-B41D-3189648E2870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1E9D08-9504-ED45-A956-6EDB1F914A01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54CEE2F-0923-E4E3-CD25-E05A81794129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61212E-7074-200B-A439-E7AFE8172B89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730418-5448-334D-401B-8E530BF62B51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86E1B45A-68F2-1917-EF95-9C8DE2A2B927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E55964B-D16E-CD60-8984-E206CA0251F9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821C93A-06BE-AA44-0DEA-EA83A7FEAB19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6F95D2-82A2-C051-C2A3-2AE9F034D03A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A2810B1-EBB1-C66B-A994-11A713FE8F21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2729DE1-7532-E075-F6AF-893E7D35EEF5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91B94F3-15A5-70C2-8841-664CA4575E20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E8F5016-6E38-334A-BCCF-34AD49CB07FC}"/>
              </a:ext>
            </a:extLst>
          </p:cNvPr>
          <p:cNvSpPr/>
          <p:nvPr/>
        </p:nvSpPr>
        <p:spPr>
          <a:xfrm>
            <a:off x="3243474" y="487492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2A16224-E4FB-BC02-402E-3A368C918B48}"/>
              </a:ext>
            </a:extLst>
          </p:cNvPr>
          <p:cNvCxnSpPr/>
          <p:nvPr/>
        </p:nvCxnSpPr>
        <p:spPr>
          <a:xfrm>
            <a:off x="2949858" y="4507300"/>
            <a:ext cx="302316" cy="7147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47152311-4478-E9E7-BFC3-52B7D731E10C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4FF33E-510F-8587-F90C-C42CE2C55CE2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AF2EC41-95AD-AC26-CFD7-75CBC0F15375}"/>
              </a:ext>
            </a:extLst>
          </p:cNvPr>
          <p:cNvCxnSpPr/>
          <p:nvPr/>
        </p:nvCxnSpPr>
        <p:spPr>
          <a:xfrm flipV="1">
            <a:off x="5253521" y="4960087"/>
            <a:ext cx="558028" cy="871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9621D058-DD8D-271C-86D1-DA2F42AB73F7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FD93D81-BE9A-9508-8FA6-CB791222146B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4F8FF1-9D4E-CCAD-22C9-443219E228E0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326E2B-3FA9-2191-EAAE-A0B2CFBE0220}"/>
              </a:ext>
            </a:extLst>
          </p:cNvPr>
          <p:cNvCxnSpPr/>
          <p:nvPr/>
        </p:nvCxnSpPr>
        <p:spPr>
          <a:xfrm>
            <a:off x="4781293" y="5260030"/>
            <a:ext cx="179457" cy="5749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051B83E-B9E7-705A-7FEB-C00E51E0A0BA}"/>
              </a:ext>
            </a:extLst>
          </p:cNvPr>
          <p:cNvCxnSpPr>
            <a:cxnSpLocks/>
          </p:cNvCxnSpPr>
          <p:nvPr/>
        </p:nvCxnSpPr>
        <p:spPr>
          <a:xfrm>
            <a:off x="4395212" y="5260030"/>
            <a:ext cx="240417" cy="59529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2E58F14-F125-B90A-EB88-2598DCABE996}"/>
              </a:ext>
            </a:extLst>
          </p:cNvPr>
          <p:cNvSpPr/>
          <p:nvPr/>
        </p:nvSpPr>
        <p:spPr>
          <a:xfrm>
            <a:off x="8049900" y="70342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DD0027F-161C-DD09-329E-8C922303A617}"/>
              </a:ext>
            </a:extLst>
          </p:cNvPr>
          <p:cNvSpPr/>
          <p:nvPr/>
        </p:nvSpPr>
        <p:spPr>
          <a:xfrm>
            <a:off x="8228694" y="-55648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E17202F-3423-E546-1758-EAC2510F5C0B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9179DB4-9167-43D1-71EB-A5CB32E2CC72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1EE4B6E-C9F8-B4BD-EB09-0A8060684238}"/>
              </a:ext>
            </a:extLst>
          </p:cNvPr>
          <p:cNvCxnSpPr/>
          <p:nvPr/>
        </p:nvCxnSpPr>
        <p:spPr>
          <a:xfrm>
            <a:off x="8506883" y="446114"/>
            <a:ext cx="195028" cy="2390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DE038B2-377A-170D-13A1-062DE73C83B9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AE25B4C3-2D4F-4F18-0C9E-F86E73803F51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7F7DB00-B118-EFBA-1042-DBE367CF077E}"/>
              </a:ext>
            </a:extLst>
          </p:cNvPr>
          <p:cNvCxnSpPr/>
          <p:nvPr/>
        </p:nvCxnSpPr>
        <p:spPr>
          <a:xfrm flipV="1">
            <a:off x="7861445" y="915962"/>
            <a:ext cx="171231" cy="21932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8D7720A-CC30-0CD7-A373-49256276CE09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D9BE8831-647D-7BF1-C3A6-E4F805B5266A}"/>
              </a:ext>
            </a:extLst>
          </p:cNvPr>
          <p:cNvSpPr/>
          <p:nvPr/>
        </p:nvSpPr>
        <p:spPr>
          <a:xfrm>
            <a:off x="4901853" y="62530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E242A69-0E6C-8E8E-3ACF-D1F88DA2A3F7}"/>
              </a:ext>
            </a:extLst>
          </p:cNvPr>
          <p:cNvCxnSpPr/>
          <p:nvPr/>
        </p:nvCxnSpPr>
        <p:spPr>
          <a:xfrm flipV="1">
            <a:off x="3875120" y="897022"/>
            <a:ext cx="1041578" cy="1572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158D90F-5F36-5851-C3A4-434B571905FE}"/>
              </a:ext>
            </a:extLst>
          </p:cNvPr>
          <p:cNvCxnSpPr/>
          <p:nvPr/>
        </p:nvCxnSpPr>
        <p:spPr>
          <a:xfrm flipH="1" flipV="1">
            <a:off x="5506586" y="927067"/>
            <a:ext cx="616446" cy="6775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B6075E26-CA4A-F130-28E4-F519A2625D84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ECDCBB2-F4F8-B7B0-A1FD-65FA7C9A09F0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D594256-6D03-0177-6E2E-DF024B4A3708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5C2856D8-318D-B7B1-486B-9A5FA3429457}"/>
              </a:ext>
            </a:extLst>
          </p:cNvPr>
          <p:cNvSpPr/>
          <p:nvPr/>
        </p:nvSpPr>
        <p:spPr>
          <a:xfrm rot="240000">
            <a:off x="3957873" y="11046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D58243D-5189-3CB5-2049-49C3C708DED0}"/>
              </a:ext>
            </a:extLst>
          </p:cNvPr>
          <p:cNvCxnSpPr/>
          <p:nvPr/>
        </p:nvCxnSpPr>
        <p:spPr>
          <a:xfrm>
            <a:off x="3859712" y="1080719"/>
            <a:ext cx="134068" cy="2606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ACF0506-3A70-9EF8-9256-3BA7E6C8CA28}"/>
              </a:ext>
            </a:extLst>
          </p:cNvPr>
          <p:cNvCxnSpPr/>
          <p:nvPr/>
        </p:nvCxnSpPr>
        <p:spPr>
          <a:xfrm flipV="1">
            <a:off x="4859814" y="1071830"/>
            <a:ext cx="1229360" cy="3657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957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7220-A342-AC5D-7122-09D05F32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87F09B-3C48-98C7-3174-D12B3C5098C7}"/>
              </a:ext>
            </a:extLst>
          </p:cNvPr>
          <p:cNvSpPr/>
          <p:nvPr/>
        </p:nvSpPr>
        <p:spPr>
          <a:xfrm>
            <a:off x="2016016" y="84788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E1C190-55F0-83E1-0340-16A0E560DF65}"/>
              </a:ext>
            </a:extLst>
          </p:cNvPr>
          <p:cNvSpPr/>
          <p:nvPr/>
        </p:nvSpPr>
        <p:spPr>
          <a:xfrm>
            <a:off x="180239" y="9595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9FCAC9-6810-72AB-B585-FC822D8C0500}"/>
              </a:ext>
            </a:extLst>
          </p:cNvPr>
          <p:cNvCxnSpPr>
            <a:cxnSpLocks/>
          </p:cNvCxnSpPr>
          <p:nvPr/>
        </p:nvCxnSpPr>
        <p:spPr>
          <a:xfrm flipV="1">
            <a:off x="1446861" y="910640"/>
            <a:ext cx="558995" cy="17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EA24F17D-CCD1-F00F-FCEF-8640D6BEA8B9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297248-B6A5-2427-156E-3745B8584A72}"/>
              </a:ext>
            </a:extLst>
          </p:cNvPr>
          <p:cNvCxnSpPr>
            <a:cxnSpLocks/>
          </p:cNvCxnSpPr>
          <p:nvPr/>
        </p:nvCxnSpPr>
        <p:spPr>
          <a:xfrm flipH="1">
            <a:off x="1468071" y="1095888"/>
            <a:ext cx="1591238" cy="52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1969089-491F-2F46-75C3-C2051EBF9A0D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CD1686-36DD-42E1-1F8D-93699F41BD65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1EB2EA-FB8B-73DC-C3EC-85042913AD17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23308B-7A6E-B793-0FCF-51A3B0A0C22E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0DB7B21-E7CD-9730-E528-C0AC4DAC4CFD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87BFA3-3F87-0A05-E4FE-CD5076206221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0F54806-969F-C2D5-7E98-448243A6C5C2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4374BD4-30A0-B7F9-C8F7-D901DBB10052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150A29-D0BC-B25A-7FDF-692DBEEDDE51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00BF5CD-3BF0-43A8-08C8-24128B0F1437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2EC59351-9236-FCED-2443-183D7EEC9D20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B26012-E18E-4AD1-2037-7C922B4D5131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D96C4E-6BF1-1CC1-E950-8BCC11C6B0D0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F723EB6-B892-9C28-9C97-5FEA3CE9F5AF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650B6B-D7E2-657D-070C-9BAB5C39B5CD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188B35-4220-A259-AED3-2CB3BB5C7552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67439685-1FB6-9131-50D3-C1ACA46D5FE4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BC8DCAC-DAD6-BD60-FC41-A1CA496F40FE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1E359A9-BD65-3E5D-9ED0-591AB11DC9A6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0841EC88-12D9-EB5F-13D5-9BEF9CB930A4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94AB657-1681-F1B8-5951-DB356DAD7695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AD877CD-A0C0-D99B-BF31-C4EE4B2BC685}"/>
              </a:ext>
            </a:extLst>
          </p:cNvPr>
          <p:cNvSpPr txBox="1"/>
          <p:nvPr/>
        </p:nvSpPr>
        <p:spPr>
          <a:xfrm>
            <a:off x="211333" y="96943"/>
            <a:ext cx="443357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CE6.</a:t>
            </a:r>
            <a:r>
              <a:rPr lang="fr-MA" sz="1100">
                <a:ea typeface="+mn-lt"/>
                <a:cs typeface="+mn-lt"/>
              </a:rPr>
              <a:t> The relationship «Requires» is created. An equipment model requires</a:t>
            </a:r>
            <a:r>
              <a:rPr lang="fr-MA" sz="1100" b="1">
                <a:ea typeface="+mn-lt"/>
                <a:cs typeface="+mn-lt"/>
              </a:rPr>
              <a:t> ZERO-to-MANY</a:t>
            </a:r>
            <a:r>
              <a:rPr lang="fr-MA" sz="1100">
                <a:ea typeface="+mn-lt"/>
                <a:cs typeface="+mn-lt"/>
              </a:rPr>
              <a:t> certifications, and a certification authorize  </a:t>
            </a:r>
            <a:r>
              <a:rPr lang="fr-MA" sz="1100" b="1">
                <a:ea typeface="+mn-lt"/>
                <a:cs typeface="+mn-lt"/>
              </a:rPr>
              <a:t>ZERO-to-MANY </a:t>
            </a:r>
            <a:r>
              <a:rPr lang="fr-MA" sz="1100">
                <a:ea typeface="+mn-lt"/>
                <a:cs typeface="+mn-lt"/>
              </a:rPr>
              <a:t>equipment models. </a:t>
            </a:r>
            <a:endParaRPr lang="fr-MA" sz="110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90C4B6F-C21A-CA48-6511-CE98CFE3DA2D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B1261C4C-2B5D-A0DA-B528-2425AE7849BC}"/>
              </a:ext>
            </a:extLst>
          </p:cNvPr>
          <p:cNvSpPr/>
          <p:nvPr/>
        </p:nvSpPr>
        <p:spPr>
          <a:xfrm>
            <a:off x="4665177" y="49925"/>
            <a:ext cx="1611207" cy="5557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C5C0A2-CF5D-02C4-5152-E8D55A0F8470}"/>
              </a:ext>
            </a:extLst>
          </p:cNvPr>
          <p:cNvCxnSpPr>
            <a:cxnSpLocks/>
          </p:cNvCxnSpPr>
          <p:nvPr/>
        </p:nvCxnSpPr>
        <p:spPr>
          <a:xfrm flipV="1">
            <a:off x="3837546" y="401811"/>
            <a:ext cx="1024909" cy="4425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3279BF-0AD9-9256-F449-E2FBE95943D0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3CA10A6-8EDD-0A64-67CC-4A30265B2120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1B29ED-41C0-0E03-950C-FA7C100477F4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A9D774-923B-DBA1-0CA4-258976BDC21E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67DCA01-DBF3-3EF5-7EAD-38E8099C3238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DE026EFB-552D-9C09-6C80-C10CFF22AC35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58EFC17-F5C6-AF26-6B5F-1B7BAB7BFFD9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8FA5C6A-87F8-4572-E92E-D1A69975C9F8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F131389-C20A-EE39-546E-E54090A02072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01DC689A-6749-807B-81DE-7023131AF725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82B8385-9935-B69F-F416-5C96966C4F97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5951AD20-313A-6886-7813-D73710A0340B}"/>
              </a:ext>
            </a:extLst>
          </p:cNvPr>
          <p:cNvSpPr/>
          <p:nvPr/>
        </p:nvSpPr>
        <p:spPr>
          <a:xfrm>
            <a:off x="5616070" y="2048665"/>
            <a:ext cx="1310754" cy="55721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6FA6370-FE88-FD21-8325-CEC2DBFEDCA4}"/>
              </a:ext>
            </a:extLst>
          </p:cNvPr>
          <p:cNvCxnSpPr>
            <a:cxnSpLocks/>
          </p:cNvCxnSpPr>
          <p:nvPr/>
        </p:nvCxnSpPr>
        <p:spPr>
          <a:xfrm flipH="1">
            <a:off x="6840407" y="1049750"/>
            <a:ext cx="2617795" cy="1273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AF83313C-D723-1F17-33E7-690700363C88}"/>
              </a:ext>
            </a:extLst>
          </p:cNvPr>
          <p:cNvSpPr/>
          <p:nvPr/>
        </p:nvSpPr>
        <p:spPr>
          <a:xfrm>
            <a:off x="4440369" y="331668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DEFAA9-DCCB-B12D-A2C0-1FBE9612147B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380B2B7-A019-EC19-A32D-B77FAA04053A}"/>
              </a:ext>
            </a:extLst>
          </p:cNvPr>
          <p:cNvCxnSpPr/>
          <p:nvPr/>
        </p:nvCxnSpPr>
        <p:spPr>
          <a:xfrm>
            <a:off x="4455192" y="319090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51F99266-4F4B-1FBE-8A71-E126A2923F74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493B3E-6340-88A8-2EFC-2562F729EBF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8D44552-A099-4BAB-B5E1-3A77DE7898F5}"/>
              </a:ext>
            </a:extLst>
          </p:cNvPr>
          <p:cNvCxnSpPr>
            <a:cxnSpLocks/>
          </p:cNvCxnSpPr>
          <p:nvPr/>
        </p:nvCxnSpPr>
        <p:spPr>
          <a:xfrm flipH="1">
            <a:off x="3128584" y="2348060"/>
            <a:ext cx="2533971" cy="38000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3E63FB8-AE9A-6FA6-9644-CEBCCA3444C2}"/>
              </a:ext>
            </a:extLst>
          </p:cNvPr>
          <p:cNvSpPr/>
          <p:nvPr/>
        </p:nvSpPr>
        <p:spPr>
          <a:xfrm>
            <a:off x="2906080" y="151794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E670DE-12B5-2D1E-D904-CAB70B184D72}"/>
              </a:ext>
            </a:extLst>
          </p:cNvPr>
          <p:cNvCxnSpPr>
            <a:cxnSpLocks/>
          </p:cNvCxnSpPr>
          <p:nvPr/>
        </p:nvCxnSpPr>
        <p:spPr>
          <a:xfrm>
            <a:off x="307753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FCAF80-7296-346C-B807-FD730ED764DF}"/>
              </a:ext>
            </a:extLst>
          </p:cNvPr>
          <p:cNvCxnSpPr>
            <a:cxnSpLocks/>
          </p:cNvCxnSpPr>
          <p:nvPr/>
        </p:nvCxnSpPr>
        <p:spPr>
          <a:xfrm flipH="1">
            <a:off x="2744463" y="1830973"/>
            <a:ext cx="790423" cy="472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F0D18B-B08C-B351-D233-C0D5C5261459}"/>
              </a:ext>
            </a:extLst>
          </p:cNvPr>
          <p:cNvCxnSpPr>
            <a:cxnSpLocks/>
          </p:cNvCxnSpPr>
          <p:nvPr/>
        </p:nvCxnSpPr>
        <p:spPr>
          <a:xfrm>
            <a:off x="3512474" y="184217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7543E89-E5DF-0F41-5BC1-2EDC57920CCE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E01F5A-F057-056A-E52E-26D0526F257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DB415F9-58C8-B1BF-469B-A23EB7DEDD5F}"/>
              </a:ext>
            </a:extLst>
          </p:cNvPr>
          <p:cNvCxnSpPr/>
          <p:nvPr/>
        </p:nvCxnSpPr>
        <p:spPr>
          <a:xfrm>
            <a:off x="5550168" y="3576201"/>
            <a:ext cx="405924" cy="1400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9639DC80-BA90-6AF7-0003-6FE8C984DE3B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0CEBE2-6B35-E6FE-3F12-E0999A633DF7}"/>
              </a:ext>
            </a:extLst>
          </p:cNvPr>
          <p:cNvCxnSpPr/>
          <p:nvPr/>
        </p:nvCxnSpPr>
        <p:spPr>
          <a:xfrm flipH="1" flipV="1">
            <a:off x="7071566" y="2773113"/>
            <a:ext cx="30011" cy="8185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61030DB-4A9D-7FC7-23D4-814C3DDA9F25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F1D1A1-8EC7-90D5-29EE-5658FBEEDCB4}"/>
              </a:ext>
            </a:extLst>
          </p:cNvPr>
          <p:cNvCxnSpPr>
            <a:cxnSpLocks/>
          </p:cNvCxnSpPr>
          <p:nvPr/>
        </p:nvCxnSpPr>
        <p:spPr>
          <a:xfrm flipH="1" flipV="1">
            <a:off x="4490926" y="2376872"/>
            <a:ext cx="2580171" cy="41211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68F02E2D-34C2-2EA9-09B5-7E7010AA8F9E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01AD6A9-B0B9-AB94-51D4-A34BE83B31FE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4F7E569-1270-32E6-7A90-35C28B6312C4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646E92CD-4D7E-1B63-A900-C7D2CB3A9A61}"/>
              </a:ext>
            </a:extLst>
          </p:cNvPr>
          <p:cNvSpPr/>
          <p:nvPr/>
        </p:nvSpPr>
        <p:spPr>
          <a:xfrm>
            <a:off x="3243474" y="479364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CDB897A-6460-4298-F1A9-BC29427F2CEC}"/>
              </a:ext>
            </a:extLst>
          </p:cNvPr>
          <p:cNvCxnSpPr/>
          <p:nvPr/>
        </p:nvCxnSpPr>
        <p:spPr>
          <a:xfrm>
            <a:off x="2949858" y="4507300"/>
            <a:ext cx="302316" cy="7147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39A09066-8B1A-A7C5-D109-9FBD59046CC9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979DA0-C15F-1E81-4E3E-2EA9DAF3D117}"/>
              </a:ext>
            </a:extLst>
          </p:cNvPr>
          <p:cNvCxnSpPr/>
          <p:nvPr/>
        </p:nvCxnSpPr>
        <p:spPr>
          <a:xfrm>
            <a:off x="5557322" y="385971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92E73BA-3CAE-F1D4-77EE-1BF84693F017}"/>
              </a:ext>
            </a:extLst>
          </p:cNvPr>
          <p:cNvCxnSpPr/>
          <p:nvPr/>
        </p:nvCxnSpPr>
        <p:spPr>
          <a:xfrm flipV="1">
            <a:off x="5253521" y="4960087"/>
            <a:ext cx="558028" cy="871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DDE52EF6-85FA-0B0B-9D1D-470D007FC974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A06F15A-0309-E1FC-FDAD-E5C1EBE6B849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F53444A-28F3-4603-A2E7-D80DA15473F6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8587ACB-7118-0962-A5FD-AB597F2B0634}"/>
              </a:ext>
            </a:extLst>
          </p:cNvPr>
          <p:cNvCxnSpPr/>
          <p:nvPr/>
        </p:nvCxnSpPr>
        <p:spPr>
          <a:xfrm>
            <a:off x="4781293" y="5260030"/>
            <a:ext cx="179457" cy="5749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DDDF606-4569-07A7-249A-05EDEFA490A8}"/>
              </a:ext>
            </a:extLst>
          </p:cNvPr>
          <p:cNvCxnSpPr>
            <a:cxnSpLocks/>
          </p:cNvCxnSpPr>
          <p:nvPr/>
        </p:nvCxnSpPr>
        <p:spPr>
          <a:xfrm>
            <a:off x="4385052" y="5168590"/>
            <a:ext cx="250577" cy="68673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B25EA72-B55D-D067-26EF-3186018D19F5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E6C852B-39E0-1FF4-4259-8E628750B73B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21EE340-EEBF-267B-2DC8-FBEE83731C24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7DC103B-048E-A631-64FC-5335FC3D26AC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5FB47EA-EA50-2B49-03AF-20982C1185AB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D97A6BA-D1D7-CCEA-15B4-3DB27EE49D83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08C64F96-8721-C963-39AE-673548FD3221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694DAEB-04FA-F3E3-76B7-0ACD90BD69C2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B1BDF94-2783-DAFA-34ED-C7EF037CF582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76E8E73F-EFBC-E927-C963-258B87A8E86F}"/>
              </a:ext>
            </a:extLst>
          </p:cNvPr>
          <p:cNvSpPr/>
          <p:nvPr/>
        </p:nvSpPr>
        <p:spPr>
          <a:xfrm>
            <a:off x="4901853" y="62530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775D980-020D-305A-9F4D-6578B14980FF}"/>
              </a:ext>
            </a:extLst>
          </p:cNvPr>
          <p:cNvCxnSpPr/>
          <p:nvPr/>
        </p:nvCxnSpPr>
        <p:spPr>
          <a:xfrm flipV="1">
            <a:off x="3875120" y="897022"/>
            <a:ext cx="1041578" cy="1572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6E78755-D4FF-0ACF-D5C7-0EA81C43F025}"/>
              </a:ext>
            </a:extLst>
          </p:cNvPr>
          <p:cNvCxnSpPr/>
          <p:nvPr/>
        </p:nvCxnSpPr>
        <p:spPr>
          <a:xfrm flipH="1" flipV="1">
            <a:off x="5506586" y="927067"/>
            <a:ext cx="616446" cy="6775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D083682D-A5AD-62B8-74C2-63BAADECC501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7BE1703-FEC8-0D9F-547D-F53702AA9506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EB231E8-EDE4-41BE-03B1-6D5E6F3F054A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C64F3FB8-9B7F-0C22-1B84-5FCCD37B6CDB}"/>
              </a:ext>
            </a:extLst>
          </p:cNvPr>
          <p:cNvSpPr/>
          <p:nvPr/>
        </p:nvSpPr>
        <p:spPr>
          <a:xfrm rot="240000">
            <a:off x="3957873" y="11046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23D842C-47DC-7AE1-389A-5D27D186F6EB}"/>
              </a:ext>
            </a:extLst>
          </p:cNvPr>
          <p:cNvCxnSpPr/>
          <p:nvPr/>
        </p:nvCxnSpPr>
        <p:spPr>
          <a:xfrm>
            <a:off x="3859712" y="1080719"/>
            <a:ext cx="134068" cy="26068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6F02DCE-C15E-84BE-86DE-448755A17957}"/>
              </a:ext>
            </a:extLst>
          </p:cNvPr>
          <p:cNvCxnSpPr/>
          <p:nvPr/>
        </p:nvCxnSpPr>
        <p:spPr>
          <a:xfrm flipV="1">
            <a:off x="4859814" y="1071830"/>
            <a:ext cx="1229360" cy="3657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EA6D3BC6-873D-E6FD-0BBD-99D3F25985FC}"/>
              </a:ext>
            </a:extLst>
          </p:cNvPr>
          <p:cNvSpPr/>
          <p:nvPr/>
        </p:nvSpPr>
        <p:spPr>
          <a:xfrm>
            <a:off x="7338809" y="2252097"/>
            <a:ext cx="1033342" cy="540414"/>
          </a:xfrm>
          <a:prstGeom prst="diamond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rgbClr val="FF0000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6E6544E-82F2-9DAA-82F9-7D61C69084B9}"/>
              </a:ext>
            </a:extLst>
          </p:cNvPr>
          <p:cNvCxnSpPr/>
          <p:nvPr/>
        </p:nvCxnSpPr>
        <p:spPr>
          <a:xfrm>
            <a:off x="6376532" y="1340902"/>
            <a:ext cx="940631" cy="118149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F9A1BC7-8A3E-B0D4-5441-11EDA443B49C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280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DABE2-6B8A-3505-0EB9-27C95F0F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979E6D-164E-853E-5EBC-ECE124F58D52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90E847-D2DC-FC57-F445-1C1A77411DA8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0DC8A6-6D0F-E2ED-EF51-0F572EA963C3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D404DAC-BE2C-D58C-D732-2DE51947436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429544-1230-55D7-6D70-2478270D04C5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7B04CA1-B33B-BF3A-D576-42BC1925A7BB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83DF83-A829-85F3-B49A-B1BD1678C2CF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9FBD916-4478-74AF-C889-74F6CF057880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FF5A1A-5378-9C6F-F856-F36F060203FB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00B3F10-2F54-F435-293C-ACA5E02CCD0C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33EFE65-C156-03B5-CA0D-426DBA0F6410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93F5E52-D901-4326-98D7-7A9F52726E85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BBBC498-341B-C72F-2A89-041EE44881E9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424EE9-FC7B-8696-D849-A967CF0D1122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4F153AB-0275-1D98-683D-100456F7F0D7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A47C4080-C3D9-4299-D968-49809FC5838D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7E8722-68B6-9F9E-6AA3-B0135A3FC1A3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101A57-BC3B-8797-5AE7-17AF78A1CAFC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782896CB-7B53-A41B-AB94-53D759ADD648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CAABFD-B832-3267-39CC-45956AAD651E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B9D8183-8E9E-686D-5897-777B534B043C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609A16A-495C-1A8C-4BB9-4F88CCED3930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45D3519-48D1-BE5D-F303-FAB5BB27385A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CC5F667-1749-0AA0-EF7C-8DBE8571A82C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26C938AF-2137-8771-DFD5-E34DE34FFBDE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BE79F2A-6382-52E2-3270-2C288E93DE59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4354D4F-BB2A-1831-9436-AF10F031825F}"/>
              </a:ext>
            </a:extLst>
          </p:cNvPr>
          <p:cNvSpPr txBox="1"/>
          <p:nvPr/>
        </p:nvSpPr>
        <p:spPr>
          <a:xfrm>
            <a:off x="211333" y="96943"/>
            <a:ext cx="4433571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CE7.</a:t>
            </a:r>
            <a:r>
              <a:rPr lang="fr-MA" sz="1100">
                <a:ea typeface="+mn-lt"/>
                <a:cs typeface="+mn-lt"/>
              </a:rPr>
              <a:t> The relationship «reservs/uses» is created between  an </a:t>
            </a:r>
            <a:r>
              <a:rPr lang="fr-MA" sz="1100" b="1">
                <a:ea typeface="+mn-lt"/>
                <a:cs typeface="+mn-lt"/>
              </a:rPr>
              <a:t>aggregation ( </a:t>
            </a:r>
            <a:r>
              <a:rPr lang="fr-MA" sz="1100">
                <a:ea typeface="+mn-lt"/>
                <a:cs typeface="+mn-lt"/>
              </a:rPr>
              <a:t>the relationship</a:t>
            </a:r>
            <a:r>
              <a:rPr lang="fr-MA" sz="1100" b="1">
                <a:ea typeface="+mn-lt"/>
                <a:cs typeface="+mn-lt"/>
              </a:rPr>
              <a:t> </a:t>
            </a:r>
            <a:r>
              <a:rPr lang="fr-MA" sz="1100">
                <a:ea typeface="+mn-lt"/>
                <a:cs typeface="+mn-lt"/>
              </a:rPr>
              <a:t>«holds»between person and certification)and </a:t>
            </a:r>
            <a:r>
              <a:rPr lang="fr-MA" sz="1100" b="1">
                <a:ea typeface="+mn-lt"/>
                <a:cs typeface="+mn-lt"/>
              </a:rPr>
              <a:t>the equipment model.</a:t>
            </a:r>
            <a:endParaRPr lang="fr-MA" sz="110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754B7A1-5B8F-1786-7569-5E0AC8DA1ECC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9E6443D5-7BAF-5B5F-2BAE-658638770D2B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035BBB-7AB2-9401-9F80-D09D18578601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7D1D7E-5AA2-BA2D-928E-318039FDA123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EE25A59-D383-AFDD-DD8F-F838C131384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C82E165-9A03-E079-6137-2593B6DC30A6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48C546-C4AD-4730-0791-AE3FCF73CA80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1E60485-42D6-A8EF-B75B-5126FFC3D6A1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D02E9F29-E35F-EE12-257B-7EC95B43A2E4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0FA5D1-C03E-0E1E-8D2A-96AFDCBBE1EE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DF6022-1888-23EA-32DB-9FED7089A97B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AF450A0-B10B-02B5-BD92-26227DC8E2CB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1A0B2BC-A0E1-DE29-B6E8-FFEDE25946D0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8A43F03-9073-3B29-586F-D7082D9E6400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ED84109-D8B0-69C1-55B1-C7A01C921CA1}"/>
              </a:ext>
            </a:extLst>
          </p:cNvPr>
          <p:cNvSpPr/>
          <p:nvPr/>
        </p:nvSpPr>
        <p:spPr>
          <a:xfrm rot="-1800000">
            <a:off x="5968401" y="224982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58C0C0F-FA57-E2A7-49FF-18B6C33D8F7D}"/>
              </a:ext>
            </a:extLst>
          </p:cNvPr>
          <p:cNvCxnSpPr>
            <a:cxnSpLocks/>
          </p:cNvCxnSpPr>
          <p:nvPr/>
        </p:nvCxnSpPr>
        <p:spPr>
          <a:xfrm flipH="1">
            <a:off x="6840407" y="1049750"/>
            <a:ext cx="2617795" cy="127323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3019B35-E12A-9FFB-85C6-098EE7662A9A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BC884D-D24C-F027-573A-0AF6591EB3AD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F9FB74F-19CA-06F5-E008-0612D938CC7A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7DBDECD-DA86-3281-769A-6CA8E845A271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E92F56-54CD-FD7E-60FA-8CEF5AD2B99A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02E873-E81E-E41E-A89A-027B79CC1648}"/>
              </a:ext>
            </a:extLst>
          </p:cNvPr>
          <p:cNvCxnSpPr>
            <a:cxnSpLocks/>
          </p:cNvCxnSpPr>
          <p:nvPr/>
        </p:nvCxnSpPr>
        <p:spPr>
          <a:xfrm flipH="1">
            <a:off x="3108264" y="2723980"/>
            <a:ext cx="3011491" cy="34241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F9FB478-3B29-DFBA-A81F-C342459C87CE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D4AC02-F1DF-7D3E-EB60-3A9C31CF0C6E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3541B2-A424-722B-6A06-4F50D6BB324E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2718C1-AE1A-F034-E569-E800BD581C57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5879D17-5C3A-D2D6-B33F-5EA6A97A7810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DD69CC-7582-7819-6EA8-D0CE4E746F45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7145F8E-EAF9-53E5-E246-22BCFAAAE905}"/>
              </a:ext>
            </a:extLst>
          </p:cNvPr>
          <p:cNvCxnSpPr/>
          <p:nvPr/>
        </p:nvCxnSpPr>
        <p:spPr>
          <a:xfrm>
            <a:off x="5479048" y="3576201"/>
            <a:ext cx="609124" cy="2416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B583D3C2-33C0-1CCC-03B6-1F85DB1B5D9F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1FE0673-AF97-A3CC-39E8-28FA65E147E1}"/>
              </a:ext>
            </a:extLst>
          </p:cNvPr>
          <p:cNvCxnSpPr/>
          <p:nvPr/>
        </p:nvCxnSpPr>
        <p:spPr>
          <a:xfrm flipH="1" flipV="1">
            <a:off x="4511246" y="2590233"/>
            <a:ext cx="2590331" cy="9912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61331BD-946C-FAF4-3AC6-070216F5F7DA}"/>
              </a:ext>
            </a:extLst>
          </p:cNvPr>
          <p:cNvCxnSpPr/>
          <p:nvPr/>
        </p:nvCxnSpPr>
        <p:spPr>
          <a:xfrm flipV="1">
            <a:off x="6761398" y="3579037"/>
            <a:ext cx="330801" cy="73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7CF3B35B-0558-5816-4685-3F7D6D12E1EF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CDEA5DB-010F-C1A6-3AA3-DF5E1A5034C2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9208210-FC9E-55DF-1788-23A5C484FAD5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C5BDC921-AF76-007A-40FE-6AF3944E2E79}"/>
              </a:ext>
            </a:extLst>
          </p:cNvPr>
          <p:cNvSpPr/>
          <p:nvPr/>
        </p:nvSpPr>
        <p:spPr>
          <a:xfrm>
            <a:off x="3233314" y="48647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324DD55-DBCB-FD78-D327-98CEE135CBA5}"/>
              </a:ext>
            </a:extLst>
          </p:cNvPr>
          <p:cNvCxnSpPr/>
          <p:nvPr/>
        </p:nvCxnSpPr>
        <p:spPr>
          <a:xfrm>
            <a:off x="2949858" y="4507300"/>
            <a:ext cx="302316" cy="7147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85869EF3-0D49-6131-64D7-674F43BE06A1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9E2547F-AA04-32AC-06F4-46B5A0A7FA73}"/>
              </a:ext>
            </a:extLst>
          </p:cNvPr>
          <p:cNvCxnSpPr/>
          <p:nvPr/>
        </p:nvCxnSpPr>
        <p:spPr>
          <a:xfrm>
            <a:off x="5476042" y="3900351"/>
            <a:ext cx="180238" cy="41231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FC58DC6-B2DA-884A-845A-C9293D95F2BB}"/>
              </a:ext>
            </a:extLst>
          </p:cNvPr>
          <p:cNvCxnSpPr/>
          <p:nvPr/>
        </p:nvCxnSpPr>
        <p:spPr>
          <a:xfrm flipV="1">
            <a:off x="5253521" y="4960087"/>
            <a:ext cx="558028" cy="8717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920F0393-A956-684B-EDB4-69E9C9E89A75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F4E8C10-4A0B-E6B9-EF23-ABDCB0C0953E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9E894F0-B2F6-B165-4272-08715F74415D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8844502-15DA-BF6C-F80C-5867F37F3E40}"/>
              </a:ext>
            </a:extLst>
          </p:cNvPr>
          <p:cNvCxnSpPr/>
          <p:nvPr/>
        </p:nvCxnSpPr>
        <p:spPr>
          <a:xfrm>
            <a:off x="4781293" y="5260030"/>
            <a:ext cx="179457" cy="57497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69A8AF-7B1F-AA60-2BC1-AD8C05DEF56F}"/>
              </a:ext>
            </a:extLst>
          </p:cNvPr>
          <p:cNvCxnSpPr>
            <a:cxnSpLocks/>
          </p:cNvCxnSpPr>
          <p:nvPr/>
        </p:nvCxnSpPr>
        <p:spPr>
          <a:xfrm>
            <a:off x="4364732" y="5249870"/>
            <a:ext cx="270897" cy="59529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CCD8F96-B04A-3ABF-1199-CD3CADC80EF7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E12EA93-6F12-CC1E-6ED8-82D7D9EF68C4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C65FE7B-69E6-7268-0D34-74EF096B3746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26D809F-C38F-C73C-9AE1-C0FB6345D027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CED8F05-EBD7-EFF0-EE63-4320D1B6B727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BABD8C3-29A7-60A2-0505-E08DBA44F95A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43402DFC-C4FF-8443-A6D3-8CD1DA9695B0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5AFEC7F-EDC1-FF1D-0CFC-5B52038C4DA5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5D452E0-489A-D205-63B7-ADB67ED7212A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600E0F27-C763-3D59-8B76-CA344567A7AA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E6968C1-D6AA-8677-36A1-0C253793601D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255908D-8A9B-754D-58B9-44E7D9E1F018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2C75868F-5439-B615-A9CD-127578AE34FC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AFBCD42-88F6-95F8-87DD-4BA015C3623A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6EFE04E-3289-7A30-0DE3-6204F8248E11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B22ECAB2-53A2-0EB9-E44A-52ACDD2D9471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DA1EE3A-4A5A-3B96-914D-D64D546301F4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B0BBF65-F25F-87E0-73F4-C2E3A20FE83F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43CD576C-7327-B53C-6FEC-41B95D1F45A4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DD111A1-BEA5-0AB8-26FC-A70B26AF138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C16474A-6735-5F5E-22AA-1D12E9FA23A5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5E0EBFAB-D1DF-2C0E-2C71-CFAE4951472C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b="1">
                <a:solidFill>
                  <a:srgbClr val="FF0000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D8309A0-856D-A559-5EF9-4F3F445EA86D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CD5EB85-823B-34DB-125A-C7480592BF9B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6B6FC05-6E73-6788-C1ED-F53173CA4E30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2256A98-1700-3E3B-5CAD-F7127446DCC1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1563F37-9E88-AE62-6F2B-C754A23A1AD5}"/>
              </a:ext>
            </a:extLst>
          </p:cNvPr>
          <p:cNvCxnSpPr/>
          <p:nvPr/>
        </p:nvCxnSpPr>
        <p:spPr>
          <a:xfrm>
            <a:off x="3756786" y="1556750"/>
            <a:ext cx="784808" cy="60468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F84299C-C891-32FB-A2C0-214B2607C89E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778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83102-121C-7C7B-5A5B-102904BE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BBF760-A777-6C29-02E6-407938470703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DB7919-1A5C-8757-32D0-833A85403DBA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812E60-81E5-0CE7-5358-80E5BEBFC2A6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5DA2D5E-DCBC-1B0C-F440-1F95C00FDB3D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E557C9-D1CA-D606-75D4-F540784E9C6D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DDB70C1-2799-13AD-BEB2-8793AA07E101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A0B718-A2B9-3915-DD41-0D0A26C98A72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CDF164-9630-65A5-45F0-22C3437945EB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9C9407-A88F-41F8-D5C0-665F350B5713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9505C6F-3618-97E4-EDA1-C3D685C23E87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C3F183-48B9-C5F1-62D4-825645304179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7859E4-C149-AE3B-244E-490D891CE15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718AEB3A-DA41-5ED3-D162-85ACBA83CB9B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2765D8-20A1-3D30-11FC-C21D10D545A2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CF46E0C-3ED1-591E-77B1-090A266D95D8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0F30644-7101-9FED-3ED5-80B3AA5DA319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F7EB33-965D-284A-BC76-29FA1E9BD0C9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F0FAC7-9DA6-963C-7440-5DED58F63E9F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493114B8-6E31-4604-FA7B-5702138BA3B9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1D0E23-5898-0C79-E402-40B90361AAF4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CE0DEB-DE61-756D-99A9-687A788DE62B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DC44426F-B184-CBD4-1FB1-0018C4A6D4B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F3AC3FD-C1F9-52D4-3ED2-D2A0DADD7D33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BB615C0-9DA3-F36A-E8ED-82BDBE0EB6DE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9C39F12E-45A1-0C7E-040E-41FB0C908778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59FA6DA-4A9C-59AF-72D9-AA971FE2C9F2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55FBD41-F352-DB3B-E56B-C2F54798C74F}"/>
              </a:ext>
            </a:extLst>
          </p:cNvPr>
          <p:cNvSpPr txBox="1"/>
          <p:nvPr/>
        </p:nvSpPr>
        <p:spPr>
          <a:xfrm>
            <a:off x="211333" y="96943"/>
            <a:ext cx="44335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RE1.</a:t>
            </a:r>
            <a:r>
              <a:rPr lang="fr-MA" sz="1100">
                <a:ea typeface="+mn-lt"/>
                <a:cs typeface="+mn-lt"/>
              </a:rPr>
              <a:t> Create  reservation entity  with its key attribute« reservation identifier».</a:t>
            </a:r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3E53ECD-DC31-D359-2537-72AFBB237B07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BDA434B8-5F65-04B1-BF0A-D3F895F8F3E9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FFDEEE-C52E-5E00-5340-086CDCFC982E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D1CBBA-9E28-D2F4-77B0-7FD10D501438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F40CB8A-5500-2ADE-7812-51203D0E3E2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0DF55A-30E4-0C10-1AFB-188292CBCA51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A8BE4A9-EC8E-A3B0-D352-D6939A53AF56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2FA9642-6E1F-5B14-6099-63EF74F3B378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DE2949AB-F40B-A85B-BD81-6865AF1E2D25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D87E672-700D-8632-96EC-D7F5ED589572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57BFB3-8829-90A3-C1F1-2B7778EE0D4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138EB2F-2258-9D43-6E99-9B351322FF86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CF90FB22-7029-A957-1F34-149A70FB1CA9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6C09CB7-92A4-158A-0FB7-5A462B2CEDAA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FE0948E3-1D92-D025-EAC1-D8B746AC5C1D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6AE531C-321B-DB24-C1D4-36ABC31BE800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0E03E62-342B-6014-0A09-48422676ABB9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10AA2E-A7C6-7A21-2634-EFCBE18EF082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F8C4931-E0EC-957B-5563-6DC77949FE3C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82CE3C28-0923-32B4-9182-2335254E3A32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791DD3-2627-8F0E-88B4-D18B3129E233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6152DE-A558-33E7-1452-66DB5D10086B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8737DCE5-21E1-8530-FD9D-896D955779FB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C87A72C-7AAB-AA67-763A-9365DE3E4B8A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2D3A2C-252D-1344-6B92-5352BDD50DFF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5BC9009-2EFF-FA4B-06AA-2430C71968B2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B870026-0AC3-A982-603E-B46A03DF87B9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DE1C0D-E4A3-D557-A043-02CD8F85F5B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FD9AB91-7318-CA6A-B320-0C2A01B6ADC9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FB67AC7C-2508-88B0-B5BF-DD955C566D96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19A973-D882-F3C2-1BEF-79BBCF12910C}"/>
              </a:ext>
            </a:extLst>
          </p:cNvPr>
          <p:cNvCxnSpPr/>
          <p:nvPr/>
        </p:nvCxnSpPr>
        <p:spPr>
          <a:xfrm flipH="1" flipV="1">
            <a:off x="4460446" y="2610553"/>
            <a:ext cx="2600491" cy="93027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C63D0D6-6E6E-68DF-2AA5-652D6AA4068C}"/>
              </a:ext>
            </a:extLst>
          </p:cNvPr>
          <p:cNvCxnSpPr/>
          <p:nvPr/>
        </p:nvCxnSpPr>
        <p:spPr>
          <a:xfrm flipV="1">
            <a:off x="6751238" y="3558717"/>
            <a:ext cx="269841" cy="5815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B9BD063C-DFC2-7210-D0C7-627D2B877152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B5CA8C4-AE01-24F1-B8FE-5E700B7595B9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5E250AE-A8DA-D519-2203-5097D4FD2735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 dirty="0">
                <a:ea typeface="+mn-lt"/>
                <a:cs typeface="+mn-lt"/>
              </a:rPr>
              <a:t>budgetary line</a:t>
            </a:r>
            <a:endParaRPr lang="en-US" sz="1200" u="sng" dirty="0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6672D9B1-EAAC-CD28-5086-026ED2AF1E71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7BD7C23-897D-0701-0466-90C29A3FF73E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EFBB21C9-7ABE-83B5-29AA-E6E1AAC50E0E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7A7C550-739C-465E-A43F-CAFC8A0E0A0E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2559640-CF4A-6A9C-63B2-754DE4DA7A04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F6465B82-4DB9-C039-989D-3C27E58951B3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F7C42DB-7585-5879-BDB8-60BE718C4264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8A2FDDD-5FBA-7B59-DCAE-4BBDFA6DFBC0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DA0FC65-9ABA-C10A-6326-317474F2C694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4F417C1-F993-FCB9-8753-3E653889C380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393953"/>
            <a:ext cx="323671" cy="7522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F5E7BA5-9E6E-37A0-EA3C-5C0797B88B23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119A967-11EA-1BFD-BDD8-87576CC1BFB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302FE2D-DD85-5CB4-F491-3052A4F99A32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235A7B7-F6CD-4C00-B57B-F21571FF8E78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731032F-23F6-60A9-54F7-92275C28DD37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A9E22CE-D5D5-39DC-398C-880E44E6236F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3A815645-2F02-0C4C-5C67-FBAC919BF558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8229290-1BCA-24D8-D54C-8791744D0788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2B09C48-4C18-B2D2-8BB2-A8297D5638C6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09C277DC-66BE-62A0-7418-AC59C88E329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99A8AE6-84FD-4E23-E4B6-08CB5F0247CC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3D3C31C-DEA7-34AD-70CB-A2C66C67EA88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FBFE8B6A-5A4A-01BD-84B1-F1F187A33A0F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DB087EE-99FC-339D-BBCD-FDEDC439AD1A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2D04569-D50A-7DC5-AFCF-BAECAD697B88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31F9624D-859F-63C9-BAC0-BBE4DCF28388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844EE27-0C3A-0D2E-0293-80436CE2DE9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7A10D28-2FEE-1647-8CA0-3C166A0CBDFD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8FEB305-4169-98D4-E42A-BDB3AD8F5F62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F139F11-0A7A-7219-49BA-097AD9FD58C0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687351B-8EB1-A5D2-E8D6-88891EFEE343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6C00F97D-F5A1-CF52-AE7E-A272713684B6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28784D1-1223-0DFC-44DF-8A8CDA066EE4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9E030CB-53A5-FDF4-62FF-2EA83DD08C46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688DBF8-F6FD-C8FE-7ACF-B0982B6553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779F639-36D3-A32A-BEB6-CBFE6F22018E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6591660-63FC-DE04-6951-B9F71B0DF28D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687E394-E027-89F0-5AFC-A79F70DE4659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87325D0-A5F0-D692-2D88-185102682202}"/>
              </a:ext>
            </a:extLst>
          </p:cNvPr>
          <p:cNvSpPr/>
          <p:nvPr/>
        </p:nvSpPr>
        <p:spPr>
          <a:xfrm>
            <a:off x="9658222" y="4243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2E24A81-7B1B-C1AC-28AC-2C5B228B78B3}"/>
              </a:ext>
            </a:extLst>
          </p:cNvPr>
          <p:cNvCxnSpPr/>
          <p:nvPr/>
        </p:nvCxnSpPr>
        <p:spPr>
          <a:xfrm>
            <a:off x="9726474" y="3808248"/>
            <a:ext cx="398836" cy="46316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EA42A4C3-9299-6741-F188-A9F9AF0D1CD9}"/>
              </a:ext>
            </a:extLst>
          </p:cNvPr>
          <p:cNvSpPr/>
          <p:nvPr/>
        </p:nvSpPr>
        <p:spPr>
          <a:xfrm>
            <a:off x="9024934" y="336606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u="sng">
                <a:solidFill>
                  <a:srgbClr val="FF0000"/>
                </a:solidFill>
              </a:rPr>
              <a:t>Reservation id</a:t>
            </a:r>
          </a:p>
        </p:txBody>
      </p:sp>
    </p:spTree>
    <p:extLst>
      <p:ext uri="{BB962C8B-B14F-4D97-AF65-F5344CB8AC3E}">
        <p14:creationId xmlns:p14="http://schemas.microsoft.com/office/powerpoint/2010/main" val="617756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22080-3254-DFC2-9482-4570CE99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657D57-2DD8-E4A6-CD4D-613F017513AA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393853-EC7F-9666-8915-EEB0EE74244A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960840-74B6-9CC1-DA16-6C5BAD3E7DCA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9F16DDD0-0404-89FC-4C94-C1FFC3FAB831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7532E1-DC2C-9DC8-3D36-D2EAA5859D91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7981C86-558E-A0EF-1207-2852BF9B261C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87036A-8540-B75C-A03F-8BA2CA86318C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1897F5-FF5D-A34A-A0FF-77FB6C5FB0B1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7192BA-C0BE-7085-8408-7C511CBDED46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406498D-53B3-4915-FC77-B59166BCF357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80B0DE-C2AE-8049-14A8-DD428A967998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988CF2-23CB-1F1E-3886-D584E4C11683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71C55DB4-7DB0-D809-571A-93EB3F9F737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58A290-01D8-AB86-2807-98D790C58179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E1C28-EF99-1692-F7A4-630F5595624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E310DCCF-AB8D-0672-62A9-A596B98E347F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CF7D39-A9FD-69E6-DDB7-7C7F76A79039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F1F1D1-8F45-9BAC-E98D-91844F22D780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3DA6B428-556B-B4DB-2A82-FBA2A3A14235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143B0A-C137-0CD1-B647-46FA4A62E379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6CFCD3-817C-0BB7-36BD-A8F51340F74C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230C325-A1F2-236D-DBE5-851582CD4589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0B76F7B-2F4E-FD9D-2B5C-66AE05025C4C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2CCD03B-67D6-58D2-8446-E793D5EA8966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9A796A9A-60D7-E309-435F-38321EBA7619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976CE02-3F60-0679-56AB-6B9930439591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8A1188E-9EFE-054C-27CE-511385EF5492}"/>
              </a:ext>
            </a:extLst>
          </p:cNvPr>
          <p:cNvSpPr txBox="1"/>
          <p:nvPr/>
        </p:nvSpPr>
        <p:spPr>
          <a:xfrm>
            <a:off x="211333" y="96943"/>
            <a:ext cx="4433571" cy="5386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RE2</a:t>
            </a:r>
            <a:r>
              <a:rPr lang="fr-MA" sz="1100">
                <a:ea typeface="+mn-lt"/>
                <a:cs typeface="+mn-lt"/>
              </a:rPr>
              <a:t>.</a:t>
            </a:r>
            <a:r>
              <a:rPr lang="en-US" sz="1100">
                <a:ea typeface="+mn-lt"/>
                <a:cs typeface="+mn-lt"/>
              </a:rPr>
              <a:t>create a relationship</a:t>
            </a:r>
            <a:r>
              <a:rPr lang="en-US">
                <a:ea typeface="+mn-lt"/>
                <a:cs typeface="+mn-lt"/>
              </a:rPr>
              <a:t> </a:t>
            </a:r>
            <a:r>
              <a:rPr lang="fr-MA" sz="1100">
                <a:ea typeface="+mn-lt"/>
                <a:cs typeface="+mn-lt"/>
              </a:rPr>
              <a:t>« make reservation» between person involved and reservation.</a:t>
            </a:r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A045AB8-FD27-1B94-B123-044C1D2D2157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475152F4-C7E7-B604-1B22-C29AD0FA1367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6CC62C-EA7E-5D81-6991-83E7C3F56871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78AEFF1-1CAD-5FDD-715E-2FF026403A69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55EC28B-87AC-AEE0-E628-353C127FC32E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75504E-A9AA-9CE2-14B2-000DB10FAB78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894F45-9A1D-72BD-BBD3-57C4FC09FA70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C212704-36D2-55D9-54FC-321455AE7FA4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A801C7C-1323-B95F-AA28-E8497CF9F1D6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095A3F-52DA-1C8A-3598-C99FB3CA47E3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9D60DAC-D930-F046-3D5C-2B59FB7099A4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C264EB-42FE-C255-B65F-B7AD00C3B023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65EF389-3055-D9E7-E5D0-D8D72262DF44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8141851-DBD5-13BC-AA45-3B735F1E1356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5C4A7538-C964-506B-A2BA-8855C965EA75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9B0E96A-970B-ADDE-268D-E5D19FDD577D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7800004-27C3-5840-5ABD-B608A2FF5453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642617-6285-A66B-4CD3-09A4D088886B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3138D0F-5E94-2EC4-A560-B92B16DEFE5C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48C035B-89FA-8B39-4328-8DB31B70FA11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8B3702-E499-E986-E06A-DFDF37648DFF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F615FBD-F0FF-57B5-7017-964EE4932DE0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004742B-326F-02F1-66D9-2FF7CB0BEA00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03558C-C5CC-C3B2-A3CF-F2144063CF0F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B06DBC-2AD9-C99E-457E-D51E2B58D95D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2AA8BB-F407-2C42-4715-C82905E35CF9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F7ECDE3-AB9D-6D97-73E3-B20DF60AD497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D98724-82C2-C003-F384-61EF49A36048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C72A089-9E23-7BB2-69B2-42878AFA1DF7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0B0D2931-0F3E-E6C0-B95F-A3961C6D8C88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DA4FC7-AE72-B711-D504-F518B8106929}"/>
              </a:ext>
            </a:extLst>
          </p:cNvPr>
          <p:cNvCxnSpPr/>
          <p:nvPr/>
        </p:nvCxnSpPr>
        <p:spPr>
          <a:xfrm flipH="1" flipV="1">
            <a:off x="4460446" y="2610553"/>
            <a:ext cx="2600491" cy="93027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520F37A-C3FF-F28F-7DFE-32CBC3144223}"/>
              </a:ext>
            </a:extLst>
          </p:cNvPr>
          <p:cNvCxnSpPr/>
          <p:nvPr/>
        </p:nvCxnSpPr>
        <p:spPr>
          <a:xfrm flipV="1">
            <a:off x="6761398" y="3528237"/>
            <a:ext cx="229201" cy="9879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D19FC307-020B-F2BF-911F-69542DD812E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D19325D-5804-8D8E-37B9-16AD196AC403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7B924BD-7DB5-4987-DCB7-E39A5FADD749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AB768BE-476D-ED1E-80F1-35554F809EB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4F805DE-F2F1-C7B4-CB13-7E3FD42ECC72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2FBF35F4-82B2-10E8-B9D3-AE0628C6075C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229F589-7AF8-00A2-2937-9C5844123EAD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E7E90F0-796C-4308-BA11-4CF9312BB15A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3B23E844-BA40-93B9-B228-E8CD6C3903B8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8AF463F-BE7A-E9E8-7B79-6062DB197A1A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8F8B07B-0DA0-48CE-F470-C49D8D3AEEF0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B5F78E5-7945-9A68-13D8-5596325052B1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4B40C01-0C45-9633-2787-24866B926FB3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393953"/>
            <a:ext cx="323671" cy="7522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63A07D9-F849-BC53-987C-7C28C2A0349A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24C2ACB-B254-4A30-11E0-2F318530D5F8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CC33F6D-3AD3-76E0-28ED-749FFEFA02E9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9835404-5E5B-BCB7-52A2-3C16FB0F9A5F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6E09B44-A5E5-9188-6B14-32862E3D2BAF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CA0171B-8263-40C9-595D-DBF1D53FA762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7734D2B5-D06D-2B45-DEA5-4C9828ABD75C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0A0343F-2CA2-B06A-8FF3-6781E3BFF1F9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D74C0AF-40E8-83E6-702A-72ADEE6E4C7D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9B2680B5-E1A1-370D-75CB-753A1309A668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28D2D85-4CFE-6F0A-2241-F39B2E344666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F5D61AD-07AC-FDBC-8148-77EDDA97B4E4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AEA5F292-8894-C910-27CC-A8D02CCA3CA8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67D6BDD-685A-D852-569E-58F31619176F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07DD734-E7F1-880E-6119-7D04C83F61D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3B35BB37-E203-B25B-B01D-1E59789DD6DD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5AA6458-0C25-46D0-5F44-EAFF3DFAC861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A2310BE-7A56-7253-C1D3-000AB5247563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ED4C3E42-DB52-6B74-88A8-7AD692DC350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75B1807-5234-FCA1-FB14-067BA9943373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A06E0C4-7CB4-234C-6C8D-969B25B1514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CEF13834-2A0D-A089-016F-FB33283B599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54E67AD-EA07-3AEB-4B4A-D7960CAC532A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F255CEE-1822-31A8-0B0B-3ABEC4E15CE9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8C5B717-0A91-FDED-3E24-678CA382EC9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2A0E6E6-FF27-13B9-F0D6-BD09A06834B3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D51E45E-4BA6-C524-1F8E-B978FAAEACF0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F088437-6F75-4B58-D9F1-E4D1C3127188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46C1D7F-D316-8367-2E57-285096A98325}"/>
              </a:ext>
            </a:extLst>
          </p:cNvPr>
          <p:cNvSpPr/>
          <p:nvPr/>
        </p:nvSpPr>
        <p:spPr>
          <a:xfrm>
            <a:off x="9658222" y="428367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9160D8C5-C4E1-866A-F8AA-E87B951F2F6B}"/>
              </a:ext>
            </a:extLst>
          </p:cNvPr>
          <p:cNvCxnSpPr/>
          <p:nvPr/>
        </p:nvCxnSpPr>
        <p:spPr>
          <a:xfrm flipH="1">
            <a:off x="10155790" y="3696488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2CF9AB6F-A24F-7449-A547-915A55CC443F}"/>
              </a:ext>
            </a:extLst>
          </p:cNvPr>
          <p:cNvSpPr/>
          <p:nvPr/>
        </p:nvSpPr>
        <p:spPr>
          <a:xfrm>
            <a:off x="9878374" y="328478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C02A1486-B7E5-893C-030C-8BEEC577FFFA}"/>
              </a:ext>
            </a:extLst>
          </p:cNvPr>
          <p:cNvSpPr/>
          <p:nvPr/>
        </p:nvSpPr>
        <p:spPr>
          <a:xfrm>
            <a:off x="8304345" y="3671756"/>
            <a:ext cx="1270281" cy="72047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F7CBC94-80A3-37B6-2DD9-53F5A33601AD}"/>
              </a:ext>
            </a:extLst>
          </p:cNvPr>
          <p:cNvCxnSpPr/>
          <p:nvPr/>
        </p:nvCxnSpPr>
        <p:spPr>
          <a:xfrm>
            <a:off x="9559055" y="403287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85F483C-9D58-D813-D49A-F63AF659B05C}"/>
              </a:ext>
            </a:extLst>
          </p:cNvPr>
          <p:cNvCxnSpPr/>
          <p:nvPr/>
        </p:nvCxnSpPr>
        <p:spPr>
          <a:xfrm>
            <a:off x="4458988" y="2315827"/>
            <a:ext cx="3898754" cy="171108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468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DBEF-E4AC-6654-7F6A-9C742A05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BB622F-475A-7E06-8157-91C32FDE8556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A95D68-C123-ADB0-74ED-9BCD1096A652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984EEE-1DD6-8601-A10B-2995B09BFC0D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B591555-5689-FBC0-7185-34F2B03EC932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7AC025-4206-8A1D-E4A0-5A81B487189A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3FD8833-2FC7-542E-016D-1FA3B636FF79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CEBDFF-2D91-CEC9-6948-9EB6E0817595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8875A7-8FD9-72D5-52D0-921880682A5D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3A6715-2980-8968-101E-554CAC40101E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CBC741F-DAAD-7057-997E-EB5199C10084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C6D394-F7FF-3C27-9EF5-DB9A30EDA52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639137-703D-7593-A079-86C48C54E2FE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576C1673-EB5C-A1EA-1CBB-4D5D46A1A9FB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18A4CE-A22A-9ED2-4BDA-47B53366033F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A1DE8B4-33A9-9C39-00E6-A274051800C3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639495E5-83A8-D8A6-9B74-3302D72A85CC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55282F-1CA9-76EA-7A7B-E0EBC00AF6AE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4838C7-7907-3E44-782D-E777D073C443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ECE1740F-ABAB-FBD7-96B6-14E5897EA00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1FB3DE-7E40-7427-0174-A11BF2EB254C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7EB67-1DF2-144D-2D3C-2332C41D6B57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265F99D-06A5-FCBD-6554-AF382B66220E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684AF0F-086E-7DC8-8A92-84D350AE66F4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6AAD5EE-0D22-A418-8357-7E1D2C3A25B7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33C875E1-3982-C524-B49C-D27C75E927CF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BD0A7D6-B0B7-A062-838F-1F09F5FACB99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DF55C2E-6B4B-6E95-54AF-3BBDAAF50D91}"/>
              </a:ext>
            </a:extLst>
          </p:cNvPr>
          <p:cNvSpPr txBox="1"/>
          <p:nvPr/>
        </p:nvSpPr>
        <p:spPr>
          <a:xfrm>
            <a:off x="211333" y="96943"/>
            <a:ext cx="4433571" cy="5386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100" b="1">
                <a:ea typeface="+mn-lt"/>
                <a:cs typeface="+mn-lt"/>
              </a:rPr>
              <a:t>RE3</a:t>
            </a:r>
            <a:r>
              <a:rPr lang="fr-MA" sz="1100">
                <a:ea typeface="+mn-lt"/>
                <a:cs typeface="+mn-lt"/>
              </a:rPr>
              <a:t>.</a:t>
            </a:r>
            <a:r>
              <a:rPr lang="en-US" sz="1100">
                <a:ea typeface="+mn-lt"/>
                <a:cs typeface="+mn-lt"/>
              </a:rPr>
              <a:t>create a relationship</a:t>
            </a:r>
            <a:r>
              <a:rPr lang="en-US">
                <a:ea typeface="+mn-lt"/>
                <a:cs typeface="+mn-lt"/>
              </a:rPr>
              <a:t> </a:t>
            </a:r>
            <a:r>
              <a:rPr lang="fr-MA" sz="1100">
                <a:ea typeface="+mn-lt"/>
                <a:cs typeface="+mn-lt"/>
              </a:rPr>
              <a:t>«disgnates» between the dean and the approvers entity which is a new entity created.</a:t>
            </a:r>
            <a:endParaRPr lang="fr-MA" sz="110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F5EF1CC-3953-C714-D05B-5BF385C7692B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B0360924-730A-57AA-C8CE-EC6436BB9215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D6A5F47-6D69-86D3-D00B-D822ACDA44DF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E83D2A3-1556-4DFE-F62A-D8BD3159BB37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A18F0E2-A8BD-03D5-B164-013308675F1F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0B7FF09-A797-042E-5E72-336B0F12866A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E55B254-D8E8-047E-0AEF-2D447E9619CB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876649E-A038-CDC6-E35C-9D5A1E7DCE50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29C3A059-6828-3A19-62A6-1C4C4B614014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ABD2AC8-590C-538A-9122-875209863843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5C2D6E4-2B70-8733-3050-67BB8AE002CF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B12A804-4340-5A6F-EB81-BC7A16402F9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A67A3693-AE16-19DC-A35A-5D95D3BF7155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37AB35-1952-88EB-CE7B-FA3CFA9645E8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DEA657C4-6115-2A11-D525-900FB57117AC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23ABB56-8322-76C1-0ECE-0F04E52DB88E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E127D4D-377B-D331-AE50-F90A8CF5B7E2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9FD15D-6F15-E6F2-49FA-2004992ABBA1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DDAB473-C301-F431-6D76-C4097FEA45DD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6CBA45BC-1B9D-50DC-F1C6-EA60AF9CF420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A4923A-DF52-D41C-CE3A-05AE0A8EB654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19C55C-5F68-DD18-05F3-85F0302B2D44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BAD23DB-6FD6-2B66-4481-740C30D62F57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81411D-3A30-CF3C-A5F9-CBE42FEF66F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47A5383-89DE-DB83-59C7-7DA0B1BE98F8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D1B05B-ED8F-760A-4029-FFB74306C4F3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5200BA2-BB7C-1A23-8308-45A1C7BA6FA4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55FC06-B3E0-D68A-B81A-640CDC7B27AA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5FA9C3B-2725-7210-8469-D6E0A5C1C1AA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E6900001-099F-627B-27E0-559244580D8C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4316358-A885-DDAB-A9E9-F2DA8F12E78C}"/>
              </a:ext>
            </a:extLst>
          </p:cNvPr>
          <p:cNvCxnSpPr/>
          <p:nvPr/>
        </p:nvCxnSpPr>
        <p:spPr>
          <a:xfrm flipH="1" flipV="1">
            <a:off x="4460446" y="2610553"/>
            <a:ext cx="2600491" cy="93027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13EC46-F7BF-02BB-F18E-750D58490A1F}"/>
              </a:ext>
            </a:extLst>
          </p:cNvPr>
          <p:cNvCxnSpPr/>
          <p:nvPr/>
        </p:nvCxnSpPr>
        <p:spPr>
          <a:xfrm flipV="1">
            <a:off x="6761398" y="3528237"/>
            <a:ext cx="229201" cy="9879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775CF36B-D8A2-342F-97AF-C4E67B3742BF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97E1A84-461E-CC53-CC7F-54E9BEF8AE3A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F353102-3E05-86D5-2951-0571EEBACD89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B1F7AAFE-94EF-1359-190E-4240F733BDC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B03D2EF-60B0-7039-AE59-5070BDAD810D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BFB990F0-7333-2DD4-C605-37FE59BFA40A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FA10CAC-51DA-99CC-ECAE-20FEE272FA15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C2177AA-BFB1-C312-979B-BBE1B66A0243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287B0CE7-77CC-4175-D92A-1214694FD4E4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12FF31C-BFD0-11A4-18BA-E548B485CC2E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A14720A-0750-4DC4-4684-73BDAC6101E5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C4E13A5-CE45-34DC-6614-AB65A7C14A21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15B03F3-D36F-0C59-3019-A3DB175BB3DB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393953"/>
            <a:ext cx="323671" cy="7522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E050E45-D012-1582-7454-E52020194D5D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F7A3B2D-6952-CC73-AB4B-03684C8F2293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E775B89-B8E4-4156-76BD-91C23535E331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4BF89F-0C01-D9C0-872B-F796E4A5BA8F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26BA3D7-C4B3-75E6-965B-870625BB1B7F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E0A6324-6ACE-479B-3E44-EC1D9D8424CC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95601B87-7474-974B-B577-79017D5BB15A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7393AA9-33E3-F26C-C755-6DE89F8C3815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37E549B-0CBD-588B-64E1-BBCD38F9E332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3873EE2A-6570-CD78-754B-162E2D3AAD4C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66A3DF6-19DC-603D-71B2-C904F9F48708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AB81461-DA57-C44E-4609-317EAB0103C4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B159562E-6B98-E0D6-26D0-E13AEDB48E87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B0E38F8-E164-6541-5407-1238B9063B6F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332391-8920-DAA0-33C2-653995251785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BE08718B-E41D-CD94-B65A-7C644C89C803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0ADCE7A-EF7C-D358-9EDE-866E77D51CFD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727AF29-6819-3780-2F2C-070D232B4F5B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6D1835C8-239F-9407-C4FD-048E8FDAA95F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48512FE-EAC1-3C1C-848C-F7D05F4C86F8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7C88A40-8959-84C3-1C80-8421FB1AAC7C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D2E3542F-AC1F-625A-CF8A-ADD1413F1E5E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23F4C51-A31C-954A-B2D9-45F5F69B6576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A86B259-6B63-CFD3-1973-9EFF41617450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E3B1A5F-2B93-B111-C2F4-E90DCE49CD8E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44527D8-9632-06B1-A01A-EB4F7856D78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DF1EEFB-8872-32BB-7FE4-F30433209157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22FA51A-6AED-2AC5-EA0A-6DB50D63094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C5FEE9B-1EB9-3D34-F1D6-E292AC061E34}"/>
              </a:ext>
            </a:extLst>
          </p:cNvPr>
          <p:cNvSpPr/>
          <p:nvPr/>
        </p:nvSpPr>
        <p:spPr>
          <a:xfrm>
            <a:off x="9658222" y="428367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F0118D3-F682-38B8-D53C-B94AF7FE84D6}"/>
              </a:ext>
            </a:extLst>
          </p:cNvPr>
          <p:cNvCxnSpPr/>
          <p:nvPr/>
        </p:nvCxnSpPr>
        <p:spPr>
          <a:xfrm flipH="1">
            <a:off x="10155790" y="3696488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4EC8E559-7B13-D168-C5B0-ACBBF158DB07}"/>
              </a:ext>
            </a:extLst>
          </p:cNvPr>
          <p:cNvSpPr/>
          <p:nvPr/>
        </p:nvSpPr>
        <p:spPr>
          <a:xfrm>
            <a:off x="9878374" y="328478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8F36E1D7-1913-990B-BAC1-20D2D7D3131C}"/>
              </a:ext>
            </a:extLst>
          </p:cNvPr>
          <p:cNvSpPr/>
          <p:nvPr/>
        </p:nvSpPr>
        <p:spPr>
          <a:xfrm>
            <a:off x="8304345" y="3671756"/>
            <a:ext cx="1270281" cy="72047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D624031-DC79-0984-2C7B-997115369C73}"/>
              </a:ext>
            </a:extLst>
          </p:cNvPr>
          <p:cNvCxnSpPr/>
          <p:nvPr/>
        </p:nvCxnSpPr>
        <p:spPr>
          <a:xfrm>
            <a:off x="9569215" y="4043037"/>
            <a:ext cx="94309" cy="3013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A4624B2-F6CE-69E3-E6D9-87A1FC342F93}"/>
              </a:ext>
            </a:extLst>
          </p:cNvPr>
          <p:cNvCxnSpPr/>
          <p:nvPr/>
        </p:nvCxnSpPr>
        <p:spPr>
          <a:xfrm>
            <a:off x="4458988" y="2315827"/>
            <a:ext cx="3898754" cy="171108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297B36B-FAAE-77CD-3E4D-181D227E00F5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D227BFCF-8F5F-01CB-9753-AA43A9D3D9C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dirty="0">
                <a:solidFill>
                  <a:srgbClr val="FF0000"/>
                </a:solidFill>
              </a:rPr>
              <a:t>designates</a:t>
            </a:r>
            <a:endParaRPr lang="en-US" sz="600" b="1" dirty="0">
              <a:solidFill>
                <a:srgbClr val="FF0000"/>
              </a:solidFill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14E6441-0106-5A97-3854-0E042029D7FB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2929497-7BDB-4430-4AF2-A9D3AACAA0EE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3252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EE4F5FD-5AD9-F66F-56E1-749E5B1F8C88}"/>
              </a:ext>
            </a:extLst>
          </p:cNvPr>
          <p:cNvSpPr txBox="1"/>
          <p:nvPr/>
        </p:nvSpPr>
        <p:spPr>
          <a:xfrm>
            <a:off x="8133" y="46143"/>
            <a:ext cx="4433571" cy="477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1">
                <a:ea typeface="+mn-lt"/>
                <a:cs typeface="+mn-lt"/>
              </a:rPr>
              <a:t>RE4.</a:t>
            </a:r>
            <a:r>
              <a:rPr lang="en-US" sz="1100">
                <a:ea typeface="+mn-lt"/>
                <a:cs typeface="+mn-lt"/>
              </a:rPr>
              <a:t> </a:t>
            </a:r>
            <a:r>
              <a:rPr lang="en-US" sz="700">
                <a:ea typeface="+mn-lt"/>
                <a:cs typeface="+mn-lt"/>
              </a:rPr>
              <a:t>create a relationship</a:t>
            </a:r>
            <a:r>
              <a:rPr lang="en-US" sz="1050">
                <a:ea typeface="+mn-lt"/>
                <a:cs typeface="+mn-lt"/>
              </a:rPr>
              <a:t> </a:t>
            </a:r>
            <a:r>
              <a:rPr lang="fr-MA" sz="700">
                <a:ea typeface="+mn-lt"/>
                <a:cs typeface="+mn-lt"/>
              </a:rPr>
              <a:t>«approves» between the approvers and the Reservation entitywhic a new entity created.An approver is assigned to </a:t>
            </a:r>
            <a:r>
              <a:rPr lang="fr-MA" sz="700" b="1">
                <a:ea typeface="+mn-lt"/>
                <a:cs typeface="+mn-lt"/>
              </a:rPr>
              <a:t>ZERO-to-MANY</a:t>
            </a:r>
            <a:r>
              <a:rPr lang="fr-MA" sz="700">
                <a:ea typeface="+mn-lt"/>
                <a:cs typeface="+mn-lt"/>
              </a:rPr>
              <a:t> reservations and a reservation is  assigned to a</a:t>
            </a:r>
            <a:r>
              <a:rPr lang="fr-MA" sz="700" b="1">
                <a:ea typeface="+mn-lt"/>
                <a:cs typeface="+mn-lt"/>
              </a:rPr>
              <a:t>t most one</a:t>
            </a:r>
            <a:r>
              <a:rPr lang="fr-MA" sz="700">
                <a:ea typeface="+mn-lt"/>
                <a:cs typeface="+mn-lt"/>
              </a:rPr>
              <a:t> approver</a:t>
            </a:r>
            <a:endParaRPr lang="fr-MA" sz="70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/>
          <p:nvPr/>
        </p:nvCxnSpPr>
        <p:spPr>
          <a:xfrm flipH="1">
            <a:off x="8469230" y="3127528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927654" y="278694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268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/>
          <p:nvPr/>
        </p:nvCxnSpPr>
        <p:spPr>
          <a:xfrm flipH="1">
            <a:off x="8469230" y="3127528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927654" y="278694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EF33980-1B32-A3A9-C47E-AE5443FF615F}"/>
              </a:ext>
            </a:extLst>
          </p:cNvPr>
          <p:cNvSpPr txBox="1"/>
          <p:nvPr/>
        </p:nvSpPr>
        <p:spPr>
          <a:xfrm>
            <a:off x="0" y="49848"/>
            <a:ext cx="51738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MA2</a:t>
            </a:r>
            <a:r>
              <a:rPr lang="fr-MA" dirty="0"/>
              <a:t>. </a:t>
            </a:r>
            <a:r>
              <a:rPr lang="fr-MA" sz="1200" dirty="0"/>
              <a:t>Added </a:t>
            </a:r>
            <a:r>
              <a:rPr lang="fr-MA" sz="1200" dirty="0" err="1"/>
              <a:t>weak</a:t>
            </a:r>
            <a:r>
              <a:rPr lang="fr-MA" sz="1200" dirty="0"/>
              <a:t> </a:t>
            </a:r>
            <a:r>
              <a:rPr lang="fr-MA" sz="1200" dirty="0" err="1"/>
              <a:t>entity</a:t>
            </a:r>
            <a:r>
              <a:rPr lang="fr-MA" sz="1200" dirty="0"/>
              <a:t> « </a:t>
            </a:r>
            <a:r>
              <a:rPr lang="fr-MA" sz="1200" dirty="0" err="1"/>
              <a:t>maintenace</a:t>
            </a:r>
            <a:r>
              <a:rPr lang="fr-MA" sz="1200" dirty="0"/>
              <a:t> » </a:t>
            </a:r>
            <a:r>
              <a:rPr lang="fr-MA" sz="1200" dirty="0" err="1"/>
              <a:t>that</a:t>
            </a:r>
            <a:r>
              <a:rPr lang="fr-MA" sz="1200" dirty="0"/>
              <a:t> </a:t>
            </a:r>
            <a:r>
              <a:rPr lang="fr-MA" sz="1200" dirty="0" err="1"/>
              <a:t>is</a:t>
            </a:r>
            <a:r>
              <a:rPr lang="fr-MA" sz="1200" dirty="0"/>
              <a:t> </a:t>
            </a:r>
            <a:r>
              <a:rPr lang="fr-MA" sz="1200" dirty="0" err="1"/>
              <a:t>identified</a:t>
            </a:r>
            <a:r>
              <a:rPr lang="fr-MA" sz="1200" dirty="0"/>
              <a:t> by the </a:t>
            </a:r>
            <a:r>
              <a:rPr lang="fr-MA" sz="1200" dirty="0" err="1"/>
              <a:t>equipment</a:t>
            </a:r>
            <a:r>
              <a:rPr lang="fr-MA" sz="1200" dirty="0"/>
              <a:t> unit + start timestamp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8548956" y="4968712"/>
            <a:ext cx="2437765" cy="3779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8685828" y="4307502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296629" y="4698526"/>
            <a:ext cx="471210" cy="270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671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/>
          <p:nvPr/>
        </p:nvCxnSpPr>
        <p:spPr>
          <a:xfrm flipH="1">
            <a:off x="8469230" y="3127528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927654" y="278694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9421140" y="5253739"/>
            <a:ext cx="2437765" cy="3779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9057347" y="4412568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668148" y="4803592"/>
            <a:ext cx="971875" cy="4501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5173884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1200" b="1"/>
              <a:t>MA3 </a:t>
            </a:r>
            <a:r>
              <a:rPr lang="fr-MA" sz="1200" dirty="0"/>
              <a:t>.</a:t>
            </a:r>
            <a:r>
              <a:rPr lang="fr-MA" sz="1400" dirty="0"/>
              <a:t> </a:t>
            </a:r>
            <a:r>
              <a:rPr lang="fr-MA" sz="1200" dirty="0"/>
              <a:t>Added « </a:t>
            </a:r>
            <a:r>
              <a:rPr lang="fr-MA" sz="1200"/>
              <a:t>carried</a:t>
            </a:r>
            <a:r>
              <a:rPr lang="fr-MA" sz="1200" dirty="0"/>
              <a:t> out » </a:t>
            </a:r>
            <a:r>
              <a:rPr lang="fr-MA" sz="1200"/>
              <a:t>ternary</a:t>
            </a:r>
            <a:r>
              <a:rPr lang="fr-MA" sz="1200" dirty="0"/>
              <a:t> relation </a:t>
            </a:r>
            <a:r>
              <a:rPr lang="fr-MA" sz="1200"/>
              <a:t>between</a:t>
            </a:r>
            <a:r>
              <a:rPr lang="fr-MA" sz="1200" dirty="0"/>
              <a:t> one </a:t>
            </a:r>
            <a:r>
              <a:rPr lang="fr-MA" sz="1200"/>
              <a:t>technical</a:t>
            </a:r>
            <a:r>
              <a:rPr lang="fr-MA" sz="1200" dirty="0"/>
              <a:t> staff, one </a:t>
            </a:r>
            <a:r>
              <a:rPr lang="fr-MA" sz="1200"/>
              <a:t>eqquipment</a:t>
            </a:r>
            <a:r>
              <a:rPr lang="fr-MA" sz="1200" dirty="0"/>
              <a:t> unit and one maintenance </a:t>
            </a:r>
            <a:r>
              <a:rPr lang="fr-MA" sz="1200"/>
              <a:t>operation</a:t>
            </a:r>
            <a:endParaRPr lang="fr-MA" sz="1200" dirty="0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8293908" y="5561644"/>
            <a:ext cx="1291210" cy="736659"/>
          </a:xfrm>
          <a:prstGeom prst="diamond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stCxn id="37" idx="2"/>
            <a:endCxn id="126" idx="1"/>
          </p:cNvCxnSpPr>
          <p:nvPr/>
        </p:nvCxnSpPr>
        <p:spPr>
          <a:xfrm rot="16200000" flipH="1">
            <a:off x="4073470" y="1709536"/>
            <a:ext cx="623956" cy="7816919"/>
          </a:xfrm>
          <a:prstGeom prst="bentConnector2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6060740" y="2682870"/>
            <a:ext cx="3663171" cy="2094375"/>
          </a:xfrm>
          <a:prstGeom prst="bentConnector3">
            <a:avLst>
              <a:gd name="adj1" fmla="val 63868"/>
            </a:avLst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stCxn id="116" idx="2"/>
            <a:endCxn id="126" idx="3"/>
          </p:cNvCxnSpPr>
          <p:nvPr/>
        </p:nvCxnSpPr>
        <p:spPr>
          <a:xfrm flipH="1">
            <a:off x="9585118" y="5631727"/>
            <a:ext cx="1054905" cy="2982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8584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/>
          <p:nvPr/>
        </p:nvCxnSpPr>
        <p:spPr>
          <a:xfrm flipH="1">
            <a:off x="8469230" y="3127528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927654" y="278694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9421140" y="5253739"/>
            <a:ext cx="2437765" cy="3779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9057347" y="4412568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668148" y="4803592"/>
            <a:ext cx="971875" cy="4501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517388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CA2</a:t>
            </a:r>
            <a:r>
              <a:rPr lang="fr-MA" dirty="0"/>
              <a:t>.</a:t>
            </a:r>
            <a:r>
              <a:rPr lang="fr-MA" sz="1400" dirty="0"/>
              <a:t> </a:t>
            </a:r>
            <a:r>
              <a:rPr lang="fr-MA" sz="1200" dirty="0"/>
              <a:t>Added « calibration record» WEAK </a:t>
            </a:r>
            <a:r>
              <a:rPr lang="fr-MA" sz="1200"/>
              <a:t>entity</a:t>
            </a:r>
            <a:r>
              <a:rPr lang="fr-MA" sz="1200" dirty="0"/>
              <a:t> w/ calibration date as a key </a:t>
            </a:r>
            <a:r>
              <a:rPr lang="fr-MA" sz="1200"/>
              <a:t>attribute</a:t>
            </a:r>
            <a:endParaRPr lang="fr-MA" sz="1200" dirty="0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8293908" y="5561644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stCxn id="37" idx="2"/>
            <a:endCxn id="126" idx="1"/>
          </p:cNvCxnSpPr>
          <p:nvPr/>
        </p:nvCxnSpPr>
        <p:spPr>
          <a:xfrm rot="16200000" flipH="1">
            <a:off x="4073470" y="1709536"/>
            <a:ext cx="623956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6060740" y="2682870"/>
            <a:ext cx="3663171" cy="2094375"/>
          </a:xfrm>
          <a:prstGeom prst="bentConnector3">
            <a:avLst>
              <a:gd name="adj1" fmla="val 63868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stCxn id="116" idx="2"/>
            <a:endCxn id="126" idx="3"/>
          </p:cNvCxnSpPr>
          <p:nvPr/>
        </p:nvCxnSpPr>
        <p:spPr>
          <a:xfrm flipH="1">
            <a:off x="9585118" y="5631727"/>
            <a:ext cx="1054905" cy="2982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10132375" y="3870626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473355" y="3051462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575472" y="3450615"/>
            <a:ext cx="524349" cy="4200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057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/>
          <p:nvPr/>
        </p:nvCxnSpPr>
        <p:spPr>
          <a:xfrm flipH="1">
            <a:off x="8469230" y="3127528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927654" y="278694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9421140" y="5253739"/>
            <a:ext cx="2437765" cy="3779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9057347" y="4412568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668148" y="4803592"/>
            <a:ext cx="971875" cy="4501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517388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CA3 + CA4:</a:t>
            </a:r>
            <a:r>
              <a:rPr lang="fr-MA" dirty="0"/>
              <a:t> </a:t>
            </a:r>
            <a:r>
              <a:rPr lang="fr-MA" sz="1200"/>
              <a:t>linked</a:t>
            </a:r>
            <a:r>
              <a:rPr lang="fr-MA" sz="1200" dirty="0"/>
              <a:t> the « calibration date » </a:t>
            </a:r>
            <a:r>
              <a:rPr lang="fr-MA" sz="1200"/>
              <a:t>weak</a:t>
            </a:r>
            <a:r>
              <a:rPr lang="fr-MA" sz="1200" dirty="0"/>
              <a:t> </a:t>
            </a:r>
            <a:r>
              <a:rPr lang="fr-MA" sz="1200"/>
              <a:t>entity</a:t>
            </a:r>
            <a:r>
              <a:rPr lang="fr-MA" sz="1200" dirty="0"/>
              <a:t> </a:t>
            </a:r>
            <a:r>
              <a:rPr lang="fr-MA" sz="1200"/>
              <a:t>with</a:t>
            </a:r>
            <a:r>
              <a:rPr lang="fr-MA" sz="1200" dirty="0"/>
              <a:t> </a:t>
            </a:r>
            <a:r>
              <a:rPr lang="fr-MA" sz="1200"/>
              <a:t>equipment</a:t>
            </a:r>
            <a:r>
              <a:rPr lang="fr-MA" sz="1200" dirty="0"/>
              <a:t> unit </a:t>
            </a:r>
            <a:r>
              <a:rPr lang="fr-MA" sz="1200"/>
              <a:t>using</a:t>
            </a:r>
            <a:r>
              <a:rPr lang="fr-MA" sz="1200" dirty="0"/>
              <a:t> the </a:t>
            </a:r>
            <a:r>
              <a:rPr lang="fr-MA" sz="1200"/>
              <a:t>weak</a:t>
            </a:r>
            <a:r>
              <a:rPr lang="fr-MA" sz="1200" dirty="0"/>
              <a:t> relation « </a:t>
            </a:r>
            <a:r>
              <a:rPr lang="fr-MA" sz="1200"/>
              <a:t>belongs</a:t>
            </a:r>
            <a:r>
              <a:rPr lang="fr-MA" sz="1200" dirty="0"/>
              <a:t> to </a:t>
            </a:r>
            <a:r>
              <a:rPr lang="fr-MA" sz="1400" dirty="0"/>
              <a:t>»</a:t>
            </a:r>
            <a:r>
              <a:rPr lang="fr-MA" sz="1100" dirty="0"/>
              <a:t> </a:t>
            </a:r>
            <a:endParaRPr lang="fr-MA" sz="1200" dirty="0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8293908" y="5561644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stCxn id="37" idx="2"/>
            <a:endCxn id="126" idx="1"/>
          </p:cNvCxnSpPr>
          <p:nvPr/>
        </p:nvCxnSpPr>
        <p:spPr>
          <a:xfrm rot="16200000" flipH="1">
            <a:off x="4073470" y="1709536"/>
            <a:ext cx="623956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6060740" y="2682870"/>
            <a:ext cx="3663171" cy="2094375"/>
          </a:xfrm>
          <a:prstGeom prst="bentConnector3">
            <a:avLst>
              <a:gd name="adj1" fmla="val 63868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stCxn id="116" idx="2"/>
            <a:endCxn id="126" idx="3"/>
          </p:cNvCxnSpPr>
          <p:nvPr/>
        </p:nvCxnSpPr>
        <p:spPr>
          <a:xfrm flipH="1">
            <a:off x="9585118" y="5631727"/>
            <a:ext cx="1054905" cy="2982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10132375" y="3870626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473355" y="3051462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575472" y="3450615"/>
            <a:ext cx="524349" cy="4200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3ADCCFA7-0EE0-6898-F6B7-EF9C32D2E3E6}"/>
              </a:ext>
            </a:extLst>
          </p:cNvPr>
          <p:cNvSpPr/>
          <p:nvPr/>
        </p:nvSpPr>
        <p:spPr>
          <a:xfrm>
            <a:off x="10679204" y="2630044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Belongs to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6539140-B3AF-9E6F-F574-3918CD98B535}"/>
              </a:ext>
            </a:extLst>
          </p:cNvPr>
          <p:cNvCxnSpPr>
            <a:stCxn id="111" idx="0"/>
            <a:endCxn id="123" idx="2"/>
          </p:cNvCxnSpPr>
          <p:nvPr/>
        </p:nvCxnSpPr>
        <p:spPr>
          <a:xfrm flipV="1">
            <a:off x="11099821" y="3366703"/>
            <a:ext cx="224988" cy="503923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7C3BADB7-EBA5-F94A-68B0-AFAD8E38A06A}"/>
              </a:ext>
            </a:extLst>
          </p:cNvPr>
          <p:cNvCxnSpPr>
            <a:cxnSpLocks/>
            <a:stCxn id="123" idx="0"/>
          </p:cNvCxnSpPr>
          <p:nvPr/>
        </p:nvCxnSpPr>
        <p:spPr>
          <a:xfrm rot="16200000" flipV="1">
            <a:off x="8600184" y="-94582"/>
            <a:ext cx="964040" cy="4485211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0298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/>
          <p:nvPr/>
        </p:nvCxnSpPr>
        <p:spPr>
          <a:xfrm flipH="1">
            <a:off x="8469230" y="3127528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927654" y="278694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8988080" y="5204496"/>
            <a:ext cx="1085343" cy="42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8882981" y="4673731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493782" y="5064755"/>
            <a:ext cx="36970" cy="139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517388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CO2</a:t>
            </a:r>
            <a:r>
              <a:rPr lang="fr-MA" dirty="0"/>
              <a:t>. </a:t>
            </a:r>
            <a:r>
              <a:rPr lang="fr-MA" sz="1200" dirty="0"/>
              <a:t>Added « consumable » </a:t>
            </a:r>
            <a:r>
              <a:rPr lang="fr-MA" sz="1200"/>
              <a:t>entity</a:t>
            </a:r>
            <a:r>
              <a:rPr lang="fr-MA" sz="1200" dirty="0"/>
              <a:t> w/ key </a:t>
            </a:r>
            <a:r>
              <a:rPr lang="fr-MA" sz="1200"/>
              <a:t>attribute</a:t>
            </a:r>
            <a:r>
              <a:rPr lang="fr-MA" sz="1200" dirty="0"/>
              <a:t> ID </a:t>
            </a: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7909132" y="5645362"/>
            <a:ext cx="1504842" cy="64451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05000" y="1777651"/>
            <a:ext cx="577885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5881855" y="2865664"/>
            <a:ext cx="3663172" cy="1896224"/>
          </a:xfrm>
          <a:prstGeom prst="bentConnector3">
            <a:avLst>
              <a:gd name="adj1" fmla="val 60262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cxnSpLocks/>
            <a:stCxn id="116" idx="2"/>
            <a:endCxn id="126" idx="3"/>
          </p:cNvCxnSpPr>
          <p:nvPr/>
        </p:nvCxnSpPr>
        <p:spPr>
          <a:xfrm flipH="1">
            <a:off x="9413974" y="5629289"/>
            <a:ext cx="116778" cy="3383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9781237" y="6298731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514801" y="5702055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616918" y="6101208"/>
            <a:ext cx="131765" cy="197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3ADCCFA7-0EE0-6898-F6B7-EF9C32D2E3E6}"/>
              </a:ext>
            </a:extLst>
          </p:cNvPr>
          <p:cNvSpPr/>
          <p:nvPr/>
        </p:nvSpPr>
        <p:spPr>
          <a:xfrm>
            <a:off x="10821982" y="527775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Belongs to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6539140-B3AF-9E6F-F574-3918CD98B535}"/>
              </a:ext>
            </a:extLst>
          </p:cNvPr>
          <p:cNvCxnSpPr>
            <a:stCxn id="111" idx="0"/>
            <a:endCxn id="123" idx="2"/>
          </p:cNvCxnSpPr>
          <p:nvPr/>
        </p:nvCxnSpPr>
        <p:spPr>
          <a:xfrm flipV="1">
            <a:off x="10748683" y="6014414"/>
            <a:ext cx="718904" cy="28431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148EE9F7-2FDC-1650-EBF8-3DEF3A84453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6839598" y="1983098"/>
            <a:ext cx="3982384" cy="3662987"/>
          </a:xfrm>
          <a:prstGeom prst="bentConnector3">
            <a:avLst>
              <a:gd name="adj1" fmla="val 8159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0ADD57-4502-61E0-6C73-040E7CC50CE4}"/>
              </a:ext>
            </a:extLst>
          </p:cNvPr>
          <p:cNvSpPr/>
          <p:nvPr/>
        </p:nvSpPr>
        <p:spPr>
          <a:xfrm>
            <a:off x="9470682" y="3277263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Consumable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F498CF0-8A36-92E4-50CC-1B1EB1D42040}"/>
              </a:ext>
            </a:extLst>
          </p:cNvPr>
          <p:cNvSpPr/>
          <p:nvPr/>
        </p:nvSpPr>
        <p:spPr>
          <a:xfrm>
            <a:off x="10612571" y="2239021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47168DE-DE62-0079-7EF2-9419FEFD0613}"/>
              </a:ext>
            </a:extLst>
          </p:cNvPr>
          <p:cNvCxnSpPr/>
          <p:nvPr/>
        </p:nvCxnSpPr>
        <p:spPr>
          <a:xfrm flipH="1">
            <a:off x="10931685" y="2708232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53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/>
          <p:nvPr/>
        </p:nvCxnSpPr>
        <p:spPr>
          <a:xfrm flipH="1">
            <a:off x="8469230" y="3127528"/>
            <a:ext cx="444444" cy="58508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927654" y="278694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8988080" y="5204496"/>
            <a:ext cx="1085343" cy="42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8882981" y="4673731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493782" y="5064755"/>
            <a:ext cx="36970" cy="139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517388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CO2</a:t>
            </a:r>
            <a:r>
              <a:rPr lang="fr-MA" dirty="0"/>
              <a:t>. </a:t>
            </a:r>
            <a:r>
              <a:rPr lang="fr-MA" sz="1200" dirty="0"/>
              <a:t>Added « supplier » </a:t>
            </a:r>
            <a:r>
              <a:rPr lang="fr-MA" sz="1200"/>
              <a:t>entity</a:t>
            </a:r>
            <a:r>
              <a:rPr lang="fr-MA" sz="1200" dirty="0"/>
              <a:t> w/ key </a:t>
            </a:r>
            <a:r>
              <a:rPr lang="fr-MA" sz="1200"/>
              <a:t>attribute</a:t>
            </a:r>
            <a:r>
              <a:rPr lang="fr-MA" sz="1200" dirty="0"/>
              <a:t> ID </a:t>
            </a: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7909132" y="5645362"/>
            <a:ext cx="1504842" cy="64451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05000" y="1777651"/>
            <a:ext cx="577885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5881855" y="2865664"/>
            <a:ext cx="3663172" cy="1896224"/>
          </a:xfrm>
          <a:prstGeom prst="bentConnector3">
            <a:avLst>
              <a:gd name="adj1" fmla="val 60262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cxnSpLocks/>
            <a:stCxn id="116" idx="2"/>
            <a:endCxn id="126" idx="3"/>
          </p:cNvCxnSpPr>
          <p:nvPr/>
        </p:nvCxnSpPr>
        <p:spPr>
          <a:xfrm flipH="1">
            <a:off x="9413974" y="5629289"/>
            <a:ext cx="116778" cy="3383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9781237" y="6298731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514801" y="5702055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616918" y="6101208"/>
            <a:ext cx="131765" cy="197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3ADCCFA7-0EE0-6898-F6B7-EF9C32D2E3E6}"/>
              </a:ext>
            </a:extLst>
          </p:cNvPr>
          <p:cNvSpPr/>
          <p:nvPr/>
        </p:nvSpPr>
        <p:spPr>
          <a:xfrm>
            <a:off x="10821982" y="527775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Belongs to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6539140-B3AF-9E6F-F574-3918CD98B535}"/>
              </a:ext>
            </a:extLst>
          </p:cNvPr>
          <p:cNvCxnSpPr>
            <a:stCxn id="111" idx="0"/>
            <a:endCxn id="123" idx="2"/>
          </p:cNvCxnSpPr>
          <p:nvPr/>
        </p:nvCxnSpPr>
        <p:spPr>
          <a:xfrm flipV="1">
            <a:off x="10748683" y="6014414"/>
            <a:ext cx="718904" cy="28431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148EE9F7-2FDC-1650-EBF8-3DEF3A84453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6839598" y="1983098"/>
            <a:ext cx="3982384" cy="3662987"/>
          </a:xfrm>
          <a:prstGeom prst="bentConnector3">
            <a:avLst>
              <a:gd name="adj1" fmla="val 8159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0ADD57-4502-61E0-6C73-040E7CC50CE4}"/>
              </a:ext>
            </a:extLst>
          </p:cNvPr>
          <p:cNvSpPr/>
          <p:nvPr/>
        </p:nvSpPr>
        <p:spPr>
          <a:xfrm>
            <a:off x="9416692" y="3196266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Consumable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F498CF0-8A36-92E4-50CC-1B1EB1D42040}"/>
              </a:ext>
            </a:extLst>
          </p:cNvPr>
          <p:cNvSpPr/>
          <p:nvPr/>
        </p:nvSpPr>
        <p:spPr>
          <a:xfrm>
            <a:off x="10782983" y="2662276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47168DE-DE62-0079-7EF2-9419FEFD0613}"/>
              </a:ext>
            </a:extLst>
          </p:cNvPr>
          <p:cNvCxnSpPr>
            <a:cxnSpLocks/>
            <a:stCxn id="167" idx="2"/>
            <a:endCxn id="164" idx="0"/>
          </p:cNvCxnSpPr>
          <p:nvPr/>
        </p:nvCxnSpPr>
        <p:spPr>
          <a:xfrm flipH="1">
            <a:off x="10647497" y="2893859"/>
            <a:ext cx="135486" cy="30240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5A580E-3C02-964D-D5E2-8945ECAAEEDF}"/>
              </a:ext>
            </a:extLst>
          </p:cNvPr>
          <p:cNvSpPr/>
          <p:nvPr/>
        </p:nvSpPr>
        <p:spPr>
          <a:xfrm>
            <a:off x="9625352" y="3969106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Supplier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595FDB4-E2D4-0A3E-A9AD-0BEC61B83BF6}"/>
              </a:ext>
            </a:extLst>
          </p:cNvPr>
          <p:cNvSpPr/>
          <p:nvPr/>
        </p:nvSpPr>
        <p:spPr>
          <a:xfrm>
            <a:off x="10526328" y="4655071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23705F3-BA55-C090-EEDD-E1CEF5655FF4}"/>
              </a:ext>
            </a:extLst>
          </p:cNvPr>
          <p:cNvCxnSpPr>
            <a:cxnSpLocks/>
            <a:stCxn id="125" idx="2"/>
          </p:cNvCxnSpPr>
          <p:nvPr/>
        </p:nvCxnSpPr>
        <p:spPr>
          <a:xfrm flipV="1">
            <a:off x="10526328" y="4307502"/>
            <a:ext cx="353901" cy="57915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8443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>
            <a:cxnSpLocks/>
            <a:stCxn id="104" idx="4"/>
          </p:cNvCxnSpPr>
          <p:nvPr/>
        </p:nvCxnSpPr>
        <p:spPr>
          <a:xfrm>
            <a:off x="8193866" y="3129280"/>
            <a:ext cx="275364" cy="58333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772051" y="2776171"/>
            <a:ext cx="843629" cy="353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8988080" y="5204496"/>
            <a:ext cx="1085343" cy="42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8882981" y="4673731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493782" y="5064755"/>
            <a:ext cx="36970" cy="139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517388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CO3</a:t>
            </a:r>
            <a:r>
              <a:rPr lang="fr-MA" dirty="0"/>
              <a:t>. </a:t>
            </a:r>
            <a:r>
              <a:rPr lang="fr-MA" sz="1200" dirty="0"/>
              <a:t>Added </a:t>
            </a:r>
            <a:r>
              <a:rPr lang="fr-MA" sz="1200"/>
              <a:t>ternary</a:t>
            </a:r>
            <a:r>
              <a:rPr lang="fr-MA" sz="1200" dirty="0"/>
              <a:t> </a:t>
            </a:r>
            <a:r>
              <a:rPr lang="fr-MA" sz="1200"/>
              <a:t>relationship</a:t>
            </a:r>
            <a:r>
              <a:rPr lang="fr-MA" sz="1200" dirty="0"/>
              <a:t> </a:t>
            </a:r>
            <a:r>
              <a:rPr lang="fr-MA" sz="1200"/>
              <a:t>between</a:t>
            </a:r>
            <a:r>
              <a:rPr lang="fr-MA" sz="1200" dirty="0"/>
              <a:t> consumable, </a:t>
            </a:r>
            <a:r>
              <a:rPr lang="fr-MA" sz="1200"/>
              <a:t>lab</a:t>
            </a:r>
            <a:r>
              <a:rPr lang="fr-MA" sz="1200" dirty="0"/>
              <a:t> and supplier </a:t>
            </a:r>
            <a:r>
              <a:rPr lang="fr-MA" sz="1200"/>
              <a:t>that</a:t>
            </a:r>
            <a:r>
              <a:rPr lang="fr-MA" sz="1200" dirty="0"/>
              <a:t> has a </a:t>
            </a:r>
            <a:r>
              <a:rPr lang="fr-MA" sz="1200"/>
              <a:t>price</a:t>
            </a:r>
            <a:r>
              <a:rPr lang="fr-MA" sz="1200" dirty="0"/>
              <a:t> </a:t>
            </a:r>
            <a:r>
              <a:rPr lang="fr-MA" sz="1200"/>
              <a:t>attribute</a:t>
            </a:r>
            <a:r>
              <a:rPr lang="fr-MA" sz="1200" dirty="0"/>
              <a:t> (non key, </a:t>
            </a:r>
            <a:r>
              <a:rPr lang="fr-MA" sz="1200"/>
              <a:t>so</a:t>
            </a:r>
            <a:r>
              <a:rPr lang="fr-MA" sz="1200" dirty="0"/>
              <a:t> </a:t>
            </a:r>
            <a:r>
              <a:rPr lang="fr-MA" sz="1200"/>
              <a:t>it</a:t>
            </a:r>
            <a:r>
              <a:rPr lang="fr-MA" sz="1200" dirty="0"/>
              <a:t> </a:t>
            </a:r>
            <a:r>
              <a:rPr lang="fr-MA" sz="1200"/>
              <a:t>won’t</a:t>
            </a:r>
            <a:r>
              <a:rPr lang="fr-MA" sz="1200" dirty="0"/>
              <a:t> figure in </a:t>
            </a:r>
            <a:r>
              <a:rPr lang="fr-MA" sz="1200"/>
              <a:t>this</a:t>
            </a:r>
            <a:r>
              <a:rPr lang="fr-MA" sz="1200" dirty="0"/>
              <a:t> </a:t>
            </a:r>
            <a:r>
              <a:rPr lang="fr-MA" sz="1200"/>
              <a:t>schema</a:t>
            </a:r>
            <a:r>
              <a:rPr lang="fr-MA" sz="1200" dirty="0"/>
              <a:t>)</a:t>
            </a: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7909132" y="5645362"/>
            <a:ext cx="1504842" cy="64451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05000" y="1777651"/>
            <a:ext cx="577885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5881855" y="2865664"/>
            <a:ext cx="3663172" cy="1896224"/>
          </a:xfrm>
          <a:prstGeom prst="bentConnector3">
            <a:avLst>
              <a:gd name="adj1" fmla="val 60262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cxnSpLocks/>
            <a:stCxn id="116" idx="2"/>
            <a:endCxn id="126" idx="3"/>
          </p:cNvCxnSpPr>
          <p:nvPr/>
        </p:nvCxnSpPr>
        <p:spPr>
          <a:xfrm flipH="1">
            <a:off x="9413974" y="5629289"/>
            <a:ext cx="116778" cy="3383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9781237" y="6298731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514801" y="5702055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616918" y="6101208"/>
            <a:ext cx="131765" cy="197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3ADCCFA7-0EE0-6898-F6B7-EF9C32D2E3E6}"/>
              </a:ext>
            </a:extLst>
          </p:cNvPr>
          <p:cNvSpPr/>
          <p:nvPr/>
        </p:nvSpPr>
        <p:spPr>
          <a:xfrm>
            <a:off x="10821982" y="527775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Belongs to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6539140-B3AF-9E6F-F574-3918CD98B535}"/>
              </a:ext>
            </a:extLst>
          </p:cNvPr>
          <p:cNvCxnSpPr>
            <a:stCxn id="111" idx="0"/>
            <a:endCxn id="123" idx="2"/>
          </p:cNvCxnSpPr>
          <p:nvPr/>
        </p:nvCxnSpPr>
        <p:spPr>
          <a:xfrm flipV="1">
            <a:off x="10748683" y="6014414"/>
            <a:ext cx="718904" cy="28431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148EE9F7-2FDC-1650-EBF8-3DEF3A84453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6839598" y="1983098"/>
            <a:ext cx="3982384" cy="3662987"/>
          </a:xfrm>
          <a:prstGeom prst="bentConnector3">
            <a:avLst>
              <a:gd name="adj1" fmla="val 8159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0ADD57-4502-61E0-6C73-040E7CC50CE4}"/>
              </a:ext>
            </a:extLst>
          </p:cNvPr>
          <p:cNvSpPr/>
          <p:nvPr/>
        </p:nvSpPr>
        <p:spPr>
          <a:xfrm>
            <a:off x="9066677" y="3234160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Consumable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F498CF0-8A36-92E4-50CC-1B1EB1D42040}"/>
              </a:ext>
            </a:extLst>
          </p:cNvPr>
          <p:cNvSpPr/>
          <p:nvPr/>
        </p:nvSpPr>
        <p:spPr>
          <a:xfrm>
            <a:off x="9336014" y="2885366"/>
            <a:ext cx="796360" cy="226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47168DE-DE62-0079-7EF2-9419FEFD0613}"/>
              </a:ext>
            </a:extLst>
          </p:cNvPr>
          <p:cNvCxnSpPr>
            <a:cxnSpLocks/>
            <a:stCxn id="167" idx="6"/>
            <a:endCxn id="164" idx="0"/>
          </p:cNvCxnSpPr>
          <p:nvPr/>
        </p:nvCxnSpPr>
        <p:spPr>
          <a:xfrm>
            <a:off x="10132374" y="2998374"/>
            <a:ext cx="165108" cy="23578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5A580E-3C02-964D-D5E2-8945ECAAEEDF}"/>
              </a:ext>
            </a:extLst>
          </p:cNvPr>
          <p:cNvSpPr/>
          <p:nvPr/>
        </p:nvSpPr>
        <p:spPr>
          <a:xfrm>
            <a:off x="9625352" y="3969106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Supplier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595FDB4-E2D4-0A3E-A9AD-0BEC61B83BF6}"/>
              </a:ext>
            </a:extLst>
          </p:cNvPr>
          <p:cNvSpPr/>
          <p:nvPr/>
        </p:nvSpPr>
        <p:spPr>
          <a:xfrm>
            <a:off x="10526328" y="4655071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23705F3-BA55-C090-EEDD-E1CEF5655FF4}"/>
              </a:ext>
            </a:extLst>
          </p:cNvPr>
          <p:cNvCxnSpPr>
            <a:cxnSpLocks/>
            <a:stCxn id="125" idx="2"/>
          </p:cNvCxnSpPr>
          <p:nvPr/>
        </p:nvCxnSpPr>
        <p:spPr>
          <a:xfrm flipV="1">
            <a:off x="10526328" y="4307502"/>
            <a:ext cx="353901" cy="57915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Diamond 133">
            <a:extLst>
              <a:ext uri="{FF2B5EF4-FFF2-40B4-BE49-F238E27FC236}">
                <a16:creationId xmlns:a16="http://schemas.microsoft.com/office/drawing/2014/main" id="{183AD289-82A4-F351-73D5-70C2FEC8DAFB}"/>
              </a:ext>
            </a:extLst>
          </p:cNvPr>
          <p:cNvSpPr/>
          <p:nvPr/>
        </p:nvSpPr>
        <p:spPr>
          <a:xfrm>
            <a:off x="11126244" y="2196727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supplies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80A001A-A7F9-11AF-EB11-98074B8B84C0}"/>
              </a:ext>
            </a:extLst>
          </p:cNvPr>
          <p:cNvCxnSpPr>
            <a:cxnSpLocks/>
            <a:stCxn id="134" idx="1"/>
            <a:endCxn id="164" idx="0"/>
          </p:cNvCxnSpPr>
          <p:nvPr/>
        </p:nvCxnSpPr>
        <p:spPr>
          <a:xfrm flipH="1">
            <a:off x="10297482" y="2567127"/>
            <a:ext cx="828762" cy="6670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BA5C1C5-0E1D-E748-C69D-F4C883C131BB}"/>
              </a:ext>
            </a:extLst>
          </p:cNvPr>
          <p:cNvCxnSpPr>
            <a:cxnSpLocks/>
            <a:stCxn id="59" idx="2"/>
            <a:endCxn id="134" idx="0"/>
          </p:cNvCxnSpPr>
          <p:nvPr/>
        </p:nvCxnSpPr>
        <p:spPr>
          <a:xfrm>
            <a:off x="10658883" y="1080230"/>
            <a:ext cx="946800" cy="11164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40B57C9-47B5-5F4D-9F92-61D4D54B450D}"/>
              </a:ext>
            </a:extLst>
          </p:cNvPr>
          <p:cNvCxnSpPr>
            <a:cxnSpLocks/>
            <a:stCxn id="134" idx="2"/>
            <a:endCxn id="121" idx="0"/>
          </p:cNvCxnSpPr>
          <p:nvPr/>
        </p:nvCxnSpPr>
        <p:spPr>
          <a:xfrm flipH="1">
            <a:off x="10856157" y="2937526"/>
            <a:ext cx="749526" cy="10315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706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>
            <a:cxnSpLocks/>
            <a:stCxn id="104" idx="4"/>
          </p:cNvCxnSpPr>
          <p:nvPr/>
        </p:nvCxnSpPr>
        <p:spPr>
          <a:xfrm>
            <a:off x="8193866" y="3129280"/>
            <a:ext cx="275364" cy="58333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772051" y="2776171"/>
            <a:ext cx="843629" cy="353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8988080" y="5204496"/>
            <a:ext cx="1085343" cy="42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8882981" y="4673731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493782" y="5064755"/>
            <a:ext cx="36970" cy="139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5173884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b="1"/>
              <a:t>CO6.</a:t>
            </a:r>
            <a:r>
              <a:rPr lang="fr-MA" dirty="0"/>
              <a:t> </a:t>
            </a:r>
            <a:r>
              <a:rPr lang="fr-MA" sz="1400" dirty="0"/>
              <a:t>Added the relation « stores » </a:t>
            </a:r>
            <a:r>
              <a:rPr lang="fr-MA" sz="1400"/>
              <a:t>between</a:t>
            </a:r>
            <a:r>
              <a:rPr lang="fr-MA" sz="1400" dirty="0"/>
              <a:t> </a:t>
            </a:r>
            <a:r>
              <a:rPr lang="fr-MA" sz="1400"/>
              <a:t>lab</a:t>
            </a:r>
            <a:r>
              <a:rPr lang="fr-MA" sz="1400" dirty="0"/>
              <a:t> and consumables and </a:t>
            </a:r>
            <a:r>
              <a:rPr lang="fr-MA" sz="1400"/>
              <a:t>track</a:t>
            </a:r>
            <a:r>
              <a:rPr lang="fr-MA" sz="1400" dirty="0"/>
              <a:t> </a:t>
            </a:r>
            <a:r>
              <a:rPr lang="fr-MA" sz="1400"/>
              <a:t>quantity</a:t>
            </a:r>
            <a:r>
              <a:rPr lang="fr-MA" sz="1400" dirty="0"/>
              <a:t> in hand as </a:t>
            </a:r>
            <a:r>
              <a:rPr lang="fr-MA" sz="1400"/>
              <a:t>attribute</a:t>
            </a:r>
            <a:r>
              <a:rPr lang="fr-MA" sz="1400" dirty="0"/>
              <a:t> (non key, </a:t>
            </a:r>
            <a:r>
              <a:rPr lang="fr-MA" sz="1400"/>
              <a:t>so</a:t>
            </a:r>
            <a:r>
              <a:rPr lang="fr-MA" sz="1400" dirty="0"/>
              <a:t> </a:t>
            </a:r>
            <a:r>
              <a:rPr lang="fr-MA" sz="1400"/>
              <a:t>it</a:t>
            </a:r>
            <a:r>
              <a:rPr lang="fr-MA" sz="1400" dirty="0"/>
              <a:t> </a:t>
            </a:r>
            <a:r>
              <a:rPr lang="fr-MA" sz="1400"/>
              <a:t>won’t</a:t>
            </a:r>
            <a:r>
              <a:rPr lang="fr-MA" sz="1400" dirty="0"/>
              <a:t> figure in </a:t>
            </a:r>
            <a:r>
              <a:rPr lang="fr-MA" sz="1400"/>
              <a:t>this</a:t>
            </a:r>
            <a:r>
              <a:rPr lang="fr-MA" sz="1400" dirty="0"/>
              <a:t> </a:t>
            </a:r>
            <a:r>
              <a:rPr lang="fr-MA" sz="1400"/>
              <a:t>schema</a:t>
            </a:r>
            <a:r>
              <a:rPr lang="fr-MA" sz="1400" dirty="0"/>
              <a:t>)</a:t>
            </a:r>
            <a:endParaRPr lang="fr-MA" sz="1200" dirty="0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7909132" y="5645362"/>
            <a:ext cx="1504842" cy="64451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05000" y="1777651"/>
            <a:ext cx="577885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5881855" y="2865664"/>
            <a:ext cx="3663172" cy="1896224"/>
          </a:xfrm>
          <a:prstGeom prst="bentConnector3">
            <a:avLst>
              <a:gd name="adj1" fmla="val 60262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cxnSpLocks/>
            <a:stCxn id="116" idx="2"/>
            <a:endCxn id="126" idx="3"/>
          </p:cNvCxnSpPr>
          <p:nvPr/>
        </p:nvCxnSpPr>
        <p:spPr>
          <a:xfrm flipH="1">
            <a:off x="9413974" y="5629289"/>
            <a:ext cx="116778" cy="3383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9781237" y="6298731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514801" y="5702055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616918" y="6101208"/>
            <a:ext cx="131765" cy="197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3ADCCFA7-0EE0-6898-F6B7-EF9C32D2E3E6}"/>
              </a:ext>
            </a:extLst>
          </p:cNvPr>
          <p:cNvSpPr/>
          <p:nvPr/>
        </p:nvSpPr>
        <p:spPr>
          <a:xfrm>
            <a:off x="10821982" y="527775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Belongs to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6539140-B3AF-9E6F-F574-3918CD98B535}"/>
              </a:ext>
            </a:extLst>
          </p:cNvPr>
          <p:cNvCxnSpPr>
            <a:stCxn id="111" idx="0"/>
            <a:endCxn id="123" idx="2"/>
          </p:cNvCxnSpPr>
          <p:nvPr/>
        </p:nvCxnSpPr>
        <p:spPr>
          <a:xfrm flipV="1">
            <a:off x="10748683" y="6014414"/>
            <a:ext cx="718904" cy="28431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148EE9F7-2FDC-1650-EBF8-3DEF3A84453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6839598" y="1983098"/>
            <a:ext cx="3982384" cy="3662987"/>
          </a:xfrm>
          <a:prstGeom prst="bentConnector3">
            <a:avLst>
              <a:gd name="adj1" fmla="val 8159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0ADD57-4502-61E0-6C73-040E7CC50CE4}"/>
              </a:ext>
            </a:extLst>
          </p:cNvPr>
          <p:cNvSpPr/>
          <p:nvPr/>
        </p:nvSpPr>
        <p:spPr>
          <a:xfrm>
            <a:off x="9066677" y="3234160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Consumable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F498CF0-8A36-92E4-50CC-1B1EB1D42040}"/>
              </a:ext>
            </a:extLst>
          </p:cNvPr>
          <p:cNvSpPr/>
          <p:nvPr/>
        </p:nvSpPr>
        <p:spPr>
          <a:xfrm>
            <a:off x="9336014" y="2885366"/>
            <a:ext cx="796360" cy="226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47168DE-DE62-0079-7EF2-9419FEFD0613}"/>
              </a:ext>
            </a:extLst>
          </p:cNvPr>
          <p:cNvCxnSpPr>
            <a:cxnSpLocks/>
            <a:stCxn id="167" idx="6"/>
            <a:endCxn id="164" idx="0"/>
          </p:cNvCxnSpPr>
          <p:nvPr/>
        </p:nvCxnSpPr>
        <p:spPr>
          <a:xfrm>
            <a:off x="10132374" y="2998374"/>
            <a:ext cx="165108" cy="23578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5A580E-3C02-964D-D5E2-8945ECAAEEDF}"/>
              </a:ext>
            </a:extLst>
          </p:cNvPr>
          <p:cNvSpPr/>
          <p:nvPr/>
        </p:nvSpPr>
        <p:spPr>
          <a:xfrm>
            <a:off x="9625352" y="3969106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Supplier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595FDB4-E2D4-0A3E-A9AD-0BEC61B83BF6}"/>
              </a:ext>
            </a:extLst>
          </p:cNvPr>
          <p:cNvSpPr/>
          <p:nvPr/>
        </p:nvSpPr>
        <p:spPr>
          <a:xfrm>
            <a:off x="10526328" y="4655071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23705F3-BA55-C090-EEDD-E1CEF5655FF4}"/>
              </a:ext>
            </a:extLst>
          </p:cNvPr>
          <p:cNvCxnSpPr>
            <a:cxnSpLocks/>
            <a:stCxn id="125" idx="2"/>
          </p:cNvCxnSpPr>
          <p:nvPr/>
        </p:nvCxnSpPr>
        <p:spPr>
          <a:xfrm flipV="1">
            <a:off x="10526328" y="4307502"/>
            <a:ext cx="353901" cy="57915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Diamond 133">
            <a:extLst>
              <a:ext uri="{FF2B5EF4-FFF2-40B4-BE49-F238E27FC236}">
                <a16:creationId xmlns:a16="http://schemas.microsoft.com/office/drawing/2014/main" id="{183AD289-82A4-F351-73D5-70C2FEC8DAFB}"/>
              </a:ext>
            </a:extLst>
          </p:cNvPr>
          <p:cNvSpPr/>
          <p:nvPr/>
        </p:nvSpPr>
        <p:spPr>
          <a:xfrm>
            <a:off x="11126244" y="2196727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supplies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80A001A-A7F9-11AF-EB11-98074B8B84C0}"/>
              </a:ext>
            </a:extLst>
          </p:cNvPr>
          <p:cNvCxnSpPr>
            <a:cxnSpLocks/>
            <a:stCxn id="134" idx="1"/>
            <a:endCxn id="164" idx="0"/>
          </p:cNvCxnSpPr>
          <p:nvPr/>
        </p:nvCxnSpPr>
        <p:spPr>
          <a:xfrm flipH="1">
            <a:off x="10297482" y="2567127"/>
            <a:ext cx="828762" cy="6670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BA5C1C5-0E1D-E748-C69D-F4C883C131BB}"/>
              </a:ext>
            </a:extLst>
          </p:cNvPr>
          <p:cNvCxnSpPr>
            <a:cxnSpLocks/>
            <a:stCxn id="59" idx="2"/>
            <a:endCxn id="134" idx="0"/>
          </p:cNvCxnSpPr>
          <p:nvPr/>
        </p:nvCxnSpPr>
        <p:spPr>
          <a:xfrm>
            <a:off x="10658883" y="1080230"/>
            <a:ext cx="946800" cy="11164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40B57C9-47B5-5F4D-9F92-61D4D54B450D}"/>
              </a:ext>
            </a:extLst>
          </p:cNvPr>
          <p:cNvCxnSpPr>
            <a:cxnSpLocks/>
            <a:stCxn id="134" idx="2"/>
            <a:endCxn id="121" idx="0"/>
          </p:cNvCxnSpPr>
          <p:nvPr/>
        </p:nvCxnSpPr>
        <p:spPr>
          <a:xfrm flipH="1">
            <a:off x="10856157" y="2937526"/>
            <a:ext cx="749526" cy="10315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Diamond 121">
            <a:extLst>
              <a:ext uri="{FF2B5EF4-FFF2-40B4-BE49-F238E27FC236}">
                <a16:creationId xmlns:a16="http://schemas.microsoft.com/office/drawing/2014/main" id="{7FEBB296-8C60-271D-19F5-64E9A6652522}"/>
              </a:ext>
            </a:extLst>
          </p:cNvPr>
          <p:cNvSpPr/>
          <p:nvPr/>
        </p:nvSpPr>
        <p:spPr>
          <a:xfrm>
            <a:off x="11097467" y="1305353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stores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CBF0122-5928-C7FE-35DD-BFFEBE2C89FF}"/>
              </a:ext>
            </a:extLst>
          </p:cNvPr>
          <p:cNvCxnSpPr>
            <a:cxnSpLocks/>
            <a:stCxn id="59" idx="2"/>
            <a:endCxn id="122" idx="0"/>
          </p:cNvCxnSpPr>
          <p:nvPr/>
        </p:nvCxnSpPr>
        <p:spPr>
          <a:xfrm>
            <a:off x="10658883" y="1080230"/>
            <a:ext cx="918023" cy="225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94CF3FD-C606-1210-6E76-E77B2317E9C5}"/>
              </a:ext>
            </a:extLst>
          </p:cNvPr>
          <p:cNvCxnSpPr>
            <a:cxnSpLocks/>
            <a:stCxn id="164" idx="0"/>
          </p:cNvCxnSpPr>
          <p:nvPr/>
        </p:nvCxnSpPr>
        <p:spPr>
          <a:xfrm flipV="1">
            <a:off x="10297482" y="2036823"/>
            <a:ext cx="1289084" cy="1197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2113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</p:cNvCxnSpPr>
          <p:nvPr/>
        </p:nvCxnSpPr>
        <p:spPr>
          <a:xfrm flipH="1">
            <a:off x="9670265" y="1080230"/>
            <a:ext cx="1455978" cy="7237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6873" y="5165750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841164" y="200838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</p:cNvCxnSpPr>
          <p:nvPr/>
        </p:nvCxnSpPr>
        <p:spPr>
          <a:xfrm flipH="1">
            <a:off x="9557719" y="1086030"/>
            <a:ext cx="815442" cy="96095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6931793-89EC-3251-D30C-BA3CA10C3A1C}"/>
              </a:ext>
            </a:extLst>
          </p:cNvPr>
          <p:cNvCxnSpPr/>
          <p:nvPr/>
        </p:nvCxnSpPr>
        <p:spPr>
          <a:xfrm flipV="1">
            <a:off x="5898349" y="2728246"/>
            <a:ext cx="3595433" cy="34165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>
            <a:cxnSpLocks/>
            <a:stCxn id="104" idx="4"/>
          </p:cNvCxnSpPr>
          <p:nvPr/>
        </p:nvCxnSpPr>
        <p:spPr>
          <a:xfrm>
            <a:off x="8193866" y="3129280"/>
            <a:ext cx="275364" cy="58333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772051" y="2776171"/>
            <a:ext cx="843629" cy="353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8988080" y="5204496"/>
            <a:ext cx="1085343" cy="42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8882981" y="4673731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493782" y="5064755"/>
            <a:ext cx="36970" cy="139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3328413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2000" b="1"/>
              <a:t>CO7.</a:t>
            </a:r>
            <a:r>
              <a:rPr lang="fr-MA" sz="2000" dirty="0"/>
              <a:t> </a:t>
            </a:r>
            <a:r>
              <a:rPr lang="fr-MA" sz="1400" dirty="0"/>
              <a:t>No changes (</a:t>
            </a:r>
            <a:r>
              <a:rPr lang="en-US" sz="1400" dirty="0"/>
              <a:t>available quantity, the last re-stock date, and the storage condition are all non-key attributes to “stores” relation)</a:t>
            </a:r>
            <a:endParaRPr lang="fr-MA" sz="1400" dirty="0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7909132" y="5645362"/>
            <a:ext cx="1504842" cy="64451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05000" y="1777651"/>
            <a:ext cx="577885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5881855" y="2865664"/>
            <a:ext cx="3663172" cy="1896224"/>
          </a:xfrm>
          <a:prstGeom prst="bentConnector3">
            <a:avLst>
              <a:gd name="adj1" fmla="val 60262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cxnSpLocks/>
            <a:stCxn id="116" idx="2"/>
            <a:endCxn id="126" idx="3"/>
          </p:cNvCxnSpPr>
          <p:nvPr/>
        </p:nvCxnSpPr>
        <p:spPr>
          <a:xfrm flipH="1">
            <a:off x="9413974" y="5629289"/>
            <a:ext cx="116778" cy="3383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9781237" y="6298731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514801" y="5702055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616918" y="6101208"/>
            <a:ext cx="131765" cy="197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3ADCCFA7-0EE0-6898-F6B7-EF9C32D2E3E6}"/>
              </a:ext>
            </a:extLst>
          </p:cNvPr>
          <p:cNvSpPr/>
          <p:nvPr/>
        </p:nvSpPr>
        <p:spPr>
          <a:xfrm>
            <a:off x="10821982" y="527775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Belongs to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6539140-B3AF-9E6F-F574-3918CD98B535}"/>
              </a:ext>
            </a:extLst>
          </p:cNvPr>
          <p:cNvCxnSpPr>
            <a:stCxn id="111" idx="0"/>
            <a:endCxn id="123" idx="2"/>
          </p:cNvCxnSpPr>
          <p:nvPr/>
        </p:nvCxnSpPr>
        <p:spPr>
          <a:xfrm flipV="1">
            <a:off x="10748683" y="6014414"/>
            <a:ext cx="718904" cy="28431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148EE9F7-2FDC-1650-EBF8-3DEF3A84453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6839598" y="1983098"/>
            <a:ext cx="3982384" cy="3662987"/>
          </a:xfrm>
          <a:prstGeom prst="bentConnector3">
            <a:avLst>
              <a:gd name="adj1" fmla="val 8159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0ADD57-4502-61E0-6C73-040E7CC50CE4}"/>
              </a:ext>
            </a:extLst>
          </p:cNvPr>
          <p:cNvSpPr/>
          <p:nvPr/>
        </p:nvSpPr>
        <p:spPr>
          <a:xfrm>
            <a:off x="9066677" y="3234160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Consumable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F498CF0-8A36-92E4-50CC-1B1EB1D42040}"/>
              </a:ext>
            </a:extLst>
          </p:cNvPr>
          <p:cNvSpPr/>
          <p:nvPr/>
        </p:nvSpPr>
        <p:spPr>
          <a:xfrm>
            <a:off x="9336014" y="2885366"/>
            <a:ext cx="796360" cy="226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47168DE-DE62-0079-7EF2-9419FEFD0613}"/>
              </a:ext>
            </a:extLst>
          </p:cNvPr>
          <p:cNvCxnSpPr>
            <a:cxnSpLocks/>
            <a:stCxn id="167" idx="6"/>
            <a:endCxn id="164" idx="0"/>
          </p:cNvCxnSpPr>
          <p:nvPr/>
        </p:nvCxnSpPr>
        <p:spPr>
          <a:xfrm>
            <a:off x="10132374" y="2998374"/>
            <a:ext cx="165108" cy="23578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5A580E-3C02-964D-D5E2-8945ECAAEEDF}"/>
              </a:ext>
            </a:extLst>
          </p:cNvPr>
          <p:cNvSpPr/>
          <p:nvPr/>
        </p:nvSpPr>
        <p:spPr>
          <a:xfrm>
            <a:off x="9625352" y="3969106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Supplier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595FDB4-E2D4-0A3E-A9AD-0BEC61B83BF6}"/>
              </a:ext>
            </a:extLst>
          </p:cNvPr>
          <p:cNvSpPr/>
          <p:nvPr/>
        </p:nvSpPr>
        <p:spPr>
          <a:xfrm>
            <a:off x="10526328" y="4655071"/>
            <a:ext cx="1247973" cy="4631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23705F3-BA55-C090-EEDD-E1CEF5655FF4}"/>
              </a:ext>
            </a:extLst>
          </p:cNvPr>
          <p:cNvCxnSpPr>
            <a:cxnSpLocks/>
            <a:stCxn id="125" idx="2"/>
          </p:cNvCxnSpPr>
          <p:nvPr/>
        </p:nvCxnSpPr>
        <p:spPr>
          <a:xfrm flipV="1">
            <a:off x="10526328" y="4307502"/>
            <a:ext cx="353901" cy="57915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Diamond 133">
            <a:extLst>
              <a:ext uri="{FF2B5EF4-FFF2-40B4-BE49-F238E27FC236}">
                <a16:creationId xmlns:a16="http://schemas.microsoft.com/office/drawing/2014/main" id="{183AD289-82A4-F351-73D5-70C2FEC8DAFB}"/>
              </a:ext>
            </a:extLst>
          </p:cNvPr>
          <p:cNvSpPr/>
          <p:nvPr/>
        </p:nvSpPr>
        <p:spPr>
          <a:xfrm>
            <a:off x="11126244" y="2196727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supplies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80A001A-A7F9-11AF-EB11-98074B8B84C0}"/>
              </a:ext>
            </a:extLst>
          </p:cNvPr>
          <p:cNvCxnSpPr>
            <a:cxnSpLocks/>
            <a:stCxn id="134" idx="1"/>
            <a:endCxn id="164" idx="0"/>
          </p:cNvCxnSpPr>
          <p:nvPr/>
        </p:nvCxnSpPr>
        <p:spPr>
          <a:xfrm flipH="1">
            <a:off x="10297482" y="2567127"/>
            <a:ext cx="828762" cy="6670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BA5C1C5-0E1D-E748-C69D-F4C883C131BB}"/>
              </a:ext>
            </a:extLst>
          </p:cNvPr>
          <p:cNvCxnSpPr>
            <a:cxnSpLocks/>
            <a:stCxn id="59" idx="2"/>
            <a:endCxn id="134" idx="0"/>
          </p:cNvCxnSpPr>
          <p:nvPr/>
        </p:nvCxnSpPr>
        <p:spPr>
          <a:xfrm>
            <a:off x="10658883" y="1080230"/>
            <a:ext cx="946800" cy="11164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40B57C9-47B5-5F4D-9F92-61D4D54B450D}"/>
              </a:ext>
            </a:extLst>
          </p:cNvPr>
          <p:cNvCxnSpPr>
            <a:cxnSpLocks/>
            <a:stCxn id="134" idx="2"/>
            <a:endCxn id="121" idx="0"/>
          </p:cNvCxnSpPr>
          <p:nvPr/>
        </p:nvCxnSpPr>
        <p:spPr>
          <a:xfrm flipH="1">
            <a:off x="10856157" y="2937526"/>
            <a:ext cx="749526" cy="10315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Diamond 121">
            <a:extLst>
              <a:ext uri="{FF2B5EF4-FFF2-40B4-BE49-F238E27FC236}">
                <a16:creationId xmlns:a16="http://schemas.microsoft.com/office/drawing/2014/main" id="{7FEBB296-8C60-271D-19F5-64E9A6652522}"/>
              </a:ext>
            </a:extLst>
          </p:cNvPr>
          <p:cNvSpPr/>
          <p:nvPr/>
        </p:nvSpPr>
        <p:spPr>
          <a:xfrm>
            <a:off x="11097467" y="1305353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stores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CBF0122-5928-C7FE-35DD-BFFEBE2C89FF}"/>
              </a:ext>
            </a:extLst>
          </p:cNvPr>
          <p:cNvCxnSpPr>
            <a:cxnSpLocks/>
            <a:stCxn id="59" idx="2"/>
            <a:endCxn id="122" idx="0"/>
          </p:cNvCxnSpPr>
          <p:nvPr/>
        </p:nvCxnSpPr>
        <p:spPr>
          <a:xfrm>
            <a:off x="10658883" y="1080230"/>
            <a:ext cx="918023" cy="225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94CF3FD-C606-1210-6E76-E77B2317E9C5}"/>
              </a:ext>
            </a:extLst>
          </p:cNvPr>
          <p:cNvCxnSpPr>
            <a:cxnSpLocks/>
            <a:stCxn id="164" idx="0"/>
          </p:cNvCxnSpPr>
          <p:nvPr/>
        </p:nvCxnSpPr>
        <p:spPr>
          <a:xfrm flipV="1">
            <a:off x="10297482" y="2036823"/>
            <a:ext cx="1289084" cy="1197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805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 flipH="1">
            <a:off x="9020025" y="1080230"/>
            <a:ext cx="1638858" cy="4798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-14763" y="5207891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273655" y="2190071"/>
            <a:ext cx="1296248" cy="30594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rot="5400000">
            <a:off x="9235411" y="766598"/>
            <a:ext cx="1109841" cy="1737104"/>
          </a:xfrm>
          <a:prstGeom prst="bentConnector3">
            <a:avLst>
              <a:gd name="adj1" fmla="val 101265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>
            <a:cxnSpLocks/>
            <a:stCxn id="104" idx="4"/>
          </p:cNvCxnSpPr>
          <p:nvPr/>
        </p:nvCxnSpPr>
        <p:spPr>
          <a:xfrm>
            <a:off x="8193866" y="3129280"/>
            <a:ext cx="275364" cy="58333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772051" y="2776171"/>
            <a:ext cx="843629" cy="353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8988080" y="5204496"/>
            <a:ext cx="1085343" cy="42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8882981" y="4673731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493782" y="5064755"/>
            <a:ext cx="36970" cy="139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3623053" cy="907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2000" b="1"/>
              <a:t>CO8.</a:t>
            </a:r>
            <a:r>
              <a:rPr lang="fr-MA" sz="2000" dirty="0"/>
              <a:t> </a:t>
            </a:r>
            <a:r>
              <a:rPr lang="fr-MA" sz="1100" dirty="0"/>
              <a:t>Added </a:t>
            </a:r>
            <a:r>
              <a:rPr lang="fr-MA" sz="1100"/>
              <a:t>aggregation</a:t>
            </a:r>
            <a:r>
              <a:rPr lang="fr-MA" sz="1100" dirty="0"/>
              <a:t> to </a:t>
            </a:r>
            <a:r>
              <a:rPr lang="fr-MA" sz="1100"/>
              <a:t>signify</a:t>
            </a:r>
            <a:r>
              <a:rPr lang="fr-MA" sz="1100" dirty="0"/>
              <a:t> « consumables in one </a:t>
            </a:r>
            <a:r>
              <a:rPr lang="fr-MA" sz="1100"/>
              <a:t>laboratory</a:t>
            </a:r>
            <a:r>
              <a:rPr lang="fr-MA" sz="1100" dirty="0"/>
              <a:t> » are </a:t>
            </a:r>
            <a:r>
              <a:rPr lang="fr-MA" sz="1100"/>
              <a:t>monitored</a:t>
            </a:r>
            <a:r>
              <a:rPr lang="fr-MA" sz="1100" dirty="0"/>
              <a:t> by tech staff + </a:t>
            </a:r>
            <a:r>
              <a:rPr lang="fr-MA" sz="1100"/>
              <a:t>we</a:t>
            </a:r>
            <a:r>
              <a:rPr lang="fr-MA" sz="1100" dirty="0"/>
              <a:t> </a:t>
            </a:r>
            <a:r>
              <a:rPr lang="fr-MA" sz="1100"/>
              <a:t>added</a:t>
            </a:r>
            <a:r>
              <a:rPr lang="fr-MA" sz="1100" dirty="0"/>
              <a:t> </a:t>
            </a:r>
            <a:r>
              <a:rPr lang="fr-MA" sz="1100"/>
              <a:t>attribute</a:t>
            </a:r>
            <a:r>
              <a:rPr lang="fr-MA" sz="1100" dirty="0"/>
              <a:t> « start </a:t>
            </a:r>
            <a:r>
              <a:rPr lang="fr-MA" sz="1100"/>
              <a:t>sdate</a:t>
            </a:r>
            <a:r>
              <a:rPr lang="fr-MA" sz="1100" dirty="0"/>
              <a:t> » </a:t>
            </a:r>
            <a:r>
              <a:rPr lang="fr-MA" sz="1100"/>
              <a:t>because</a:t>
            </a:r>
            <a:r>
              <a:rPr lang="fr-MA" sz="1100" dirty="0"/>
              <a:t> </a:t>
            </a:r>
            <a:r>
              <a:rPr lang="fr-MA" sz="1100"/>
              <a:t>it</a:t>
            </a:r>
            <a:r>
              <a:rPr lang="fr-MA" sz="1100" dirty="0"/>
              <a:t> </a:t>
            </a:r>
            <a:r>
              <a:rPr lang="fr-MA" sz="1100"/>
              <a:t>seems</a:t>
            </a:r>
            <a:r>
              <a:rPr lang="fr-MA" sz="1100" dirty="0"/>
              <a:t> like a key </a:t>
            </a:r>
            <a:r>
              <a:rPr lang="fr-MA" sz="1100"/>
              <a:t>attribute</a:t>
            </a:r>
            <a:endParaRPr lang="fr-MA" sz="1400" dirty="0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7909132" y="5645362"/>
            <a:ext cx="1504842" cy="64451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05000" y="1777651"/>
            <a:ext cx="577885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5881855" y="2865664"/>
            <a:ext cx="3663172" cy="1896224"/>
          </a:xfrm>
          <a:prstGeom prst="bentConnector3">
            <a:avLst>
              <a:gd name="adj1" fmla="val 60262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cxnSpLocks/>
            <a:stCxn id="116" idx="2"/>
            <a:endCxn id="126" idx="3"/>
          </p:cNvCxnSpPr>
          <p:nvPr/>
        </p:nvCxnSpPr>
        <p:spPr>
          <a:xfrm flipH="1">
            <a:off x="9413974" y="5629289"/>
            <a:ext cx="116778" cy="3383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9781237" y="6298731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514801" y="5702055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616918" y="6101208"/>
            <a:ext cx="131765" cy="197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3ADCCFA7-0EE0-6898-F6B7-EF9C32D2E3E6}"/>
              </a:ext>
            </a:extLst>
          </p:cNvPr>
          <p:cNvSpPr/>
          <p:nvPr/>
        </p:nvSpPr>
        <p:spPr>
          <a:xfrm>
            <a:off x="10821982" y="527775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Belongs to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6539140-B3AF-9E6F-F574-3918CD98B535}"/>
              </a:ext>
            </a:extLst>
          </p:cNvPr>
          <p:cNvCxnSpPr>
            <a:stCxn id="111" idx="0"/>
            <a:endCxn id="123" idx="2"/>
          </p:cNvCxnSpPr>
          <p:nvPr/>
        </p:nvCxnSpPr>
        <p:spPr>
          <a:xfrm flipV="1">
            <a:off x="10748683" y="6014414"/>
            <a:ext cx="718904" cy="28431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148EE9F7-2FDC-1650-EBF8-3DEF3A84453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6839598" y="1983098"/>
            <a:ext cx="3982384" cy="3662987"/>
          </a:xfrm>
          <a:prstGeom prst="bentConnector3">
            <a:avLst>
              <a:gd name="adj1" fmla="val 8159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0ADD57-4502-61E0-6C73-040E7CC50CE4}"/>
              </a:ext>
            </a:extLst>
          </p:cNvPr>
          <p:cNvSpPr/>
          <p:nvPr/>
        </p:nvSpPr>
        <p:spPr>
          <a:xfrm>
            <a:off x="9066677" y="3234160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Consumable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F498CF0-8A36-92E4-50CC-1B1EB1D42040}"/>
              </a:ext>
            </a:extLst>
          </p:cNvPr>
          <p:cNvSpPr/>
          <p:nvPr/>
        </p:nvSpPr>
        <p:spPr>
          <a:xfrm>
            <a:off x="9336014" y="2885366"/>
            <a:ext cx="796360" cy="226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47168DE-DE62-0079-7EF2-9419FEFD0613}"/>
              </a:ext>
            </a:extLst>
          </p:cNvPr>
          <p:cNvCxnSpPr>
            <a:cxnSpLocks/>
            <a:stCxn id="167" idx="6"/>
            <a:endCxn id="164" idx="0"/>
          </p:cNvCxnSpPr>
          <p:nvPr/>
        </p:nvCxnSpPr>
        <p:spPr>
          <a:xfrm>
            <a:off x="10132374" y="2998374"/>
            <a:ext cx="165108" cy="23578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5A580E-3C02-964D-D5E2-8945ECAAEEDF}"/>
              </a:ext>
            </a:extLst>
          </p:cNvPr>
          <p:cNvSpPr/>
          <p:nvPr/>
        </p:nvSpPr>
        <p:spPr>
          <a:xfrm>
            <a:off x="9625352" y="3969106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Supplier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595FDB4-E2D4-0A3E-A9AD-0BEC61B83BF6}"/>
              </a:ext>
            </a:extLst>
          </p:cNvPr>
          <p:cNvSpPr/>
          <p:nvPr/>
        </p:nvSpPr>
        <p:spPr>
          <a:xfrm>
            <a:off x="10455086" y="4517669"/>
            <a:ext cx="954472" cy="3353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23705F3-BA55-C090-EEDD-E1CEF5655FF4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10856157" y="4307502"/>
            <a:ext cx="0" cy="23782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Diamond 133">
            <a:extLst>
              <a:ext uri="{FF2B5EF4-FFF2-40B4-BE49-F238E27FC236}">
                <a16:creationId xmlns:a16="http://schemas.microsoft.com/office/drawing/2014/main" id="{183AD289-82A4-F351-73D5-70C2FEC8DAFB}"/>
              </a:ext>
            </a:extLst>
          </p:cNvPr>
          <p:cNvSpPr/>
          <p:nvPr/>
        </p:nvSpPr>
        <p:spPr>
          <a:xfrm>
            <a:off x="11126244" y="2196727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supplies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80A001A-A7F9-11AF-EB11-98074B8B84C0}"/>
              </a:ext>
            </a:extLst>
          </p:cNvPr>
          <p:cNvCxnSpPr>
            <a:cxnSpLocks/>
            <a:stCxn id="134" idx="1"/>
          </p:cNvCxnSpPr>
          <p:nvPr/>
        </p:nvCxnSpPr>
        <p:spPr>
          <a:xfrm rot="10800000" flipV="1">
            <a:off x="10293408" y="2567126"/>
            <a:ext cx="832836" cy="660245"/>
          </a:xfrm>
          <a:prstGeom prst="bentConnector3">
            <a:avLst>
              <a:gd name="adj1" fmla="val -1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BA5C1C5-0E1D-E748-C69D-F4C883C131BB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10658883" y="1080230"/>
            <a:ext cx="710387" cy="1267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40B57C9-47B5-5F4D-9F92-61D4D54B450D}"/>
              </a:ext>
            </a:extLst>
          </p:cNvPr>
          <p:cNvCxnSpPr>
            <a:cxnSpLocks/>
            <a:stCxn id="134" idx="2"/>
            <a:endCxn id="121" idx="0"/>
          </p:cNvCxnSpPr>
          <p:nvPr/>
        </p:nvCxnSpPr>
        <p:spPr>
          <a:xfrm rot="5400000">
            <a:off x="10715130" y="3078553"/>
            <a:ext cx="1031580" cy="749526"/>
          </a:xfrm>
          <a:prstGeom prst="bentConnector3">
            <a:avLst>
              <a:gd name="adj1" fmla="val 7757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Diamond 121">
            <a:extLst>
              <a:ext uri="{FF2B5EF4-FFF2-40B4-BE49-F238E27FC236}">
                <a16:creationId xmlns:a16="http://schemas.microsoft.com/office/drawing/2014/main" id="{7FEBB296-8C60-271D-19F5-64E9A6652522}"/>
              </a:ext>
            </a:extLst>
          </p:cNvPr>
          <p:cNvSpPr/>
          <p:nvPr/>
        </p:nvSpPr>
        <p:spPr>
          <a:xfrm>
            <a:off x="11097467" y="1305353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stores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CBF0122-5928-C7FE-35DD-BFFEBE2C89FF}"/>
              </a:ext>
            </a:extLst>
          </p:cNvPr>
          <p:cNvCxnSpPr>
            <a:cxnSpLocks/>
            <a:stCxn id="59" idx="2"/>
            <a:endCxn id="122" idx="0"/>
          </p:cNvCxnSpPr>
          <p:nvPr/>
        </p:nvCxnSpPr>
        <p:spPr>
          <a:xfrm>
            <a:off x="10658883" y="1080230"/>
            <a:ext cx="918023" cy="225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94CF3FD-C606-1210-6E76-E77B2317E9C5}"/>
              </a:ext>
            </a:extLst>
          </p:cNvPr>
          <p:cNvCxnSpPr>
            <a:cxnSpLocks/>
            <a:stCxn id="164" idx="0"/>
            <a:endCxn id="122" idx="1"/>
          </p:cNvCxnSpPr>
          <p:nvPr/>
        </p:nvCxnSpPr>
        <p:spPr>
          <a:xfrm rot="5400000" flipH="1" flipV="1">
            <a:off x="9918271" y="2054965"/>
            <a:ext cx="1558407" cy="799985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5E6319D7-DBD3-B1F7-B518-CB106DEF774F}"/>
              </a:ext>
            </a:extLst>
          </p:cNvPr>
          <p:cNvCxnSpPr>
            <a:cxnSpLocks/>
            <a:stCxn id="68" idx="3"/>
            <a:endCxn id="58" idx="2"/>
          </p:cNvCxnSpPr>
          <p:nvPr/>
        </p:nvCxnSpPr>
        <p:spPr>
          <a:xfrm flipV="1">
            <a:off x="5910485" y="2496018"/>
            <a:ext cx="3011294" cy="3650211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9E64DC0-9093-58ED-7CE1-BDCA7CCAF4AD}"/>
              </a:ext>
            </a:extLst>
          </p:cNvPr>
          <p:cNvSpPr/>
          <p:nvPr/>
        </p:nvSpPr>
        <p:spPr>
          <a:xfrm>
            <a:off x="9013684" y="611989"/>
            <a:ext cx="2936716" cy="301487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E396B1A7-9229-D404-C5B5-6979B084F199}"/>
              </a:ext>
            </a:extLst>
          </p:cNvPr>
          <p:cNvSpPr/>
          <p:nvPr/>
        </p:nvSpPr>
        <p:spPr>
          <a:xfrm>
            <a:off x="5735291" y="5052568"/>
            <a:ext cx="1416616" cy="54720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monitors</a:t>
            </a:r>
          </a:p>
        </p:txBody>
      </p: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84C09E26-62CC-4DC5-22EB-92AAE061B187}"/>
              </a:ext>
            </a:extLst>
          </p:cNvPr>
          <p:cNvCxnSpPr>
            <a:stCxn id="37" idx="2"/>
            <a:endCxn id="165" idx="1"/>
          </p:cNvCxnSpPr>
          <p:nvPr/>
        </p:nvCxnSpPr>
        <p:spPr>
          <a:xfrm rot="5400000" flipH="1" flipV="1">
            <a:off x="3084328" y="2697197"/>
            <a:ext cx="21987" cy="5279938"/>
          </a:xfrm>
          <a:prstGeom prst="bentConnector4">
            <a:avLst>
              <a:gd name="adj1" fmla="val -1409387"/>
              <a:gd name="adj2" fmla="val 76966"/>
            </a:avLst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CD026F8-C3A1-1D88-05CD-CC027C9558DD}"/>
              </a:ext>
            </a:extLst>
          </p:cNvPr>
          <p:cNvCxnSpPr>
            <a:cxnSpLocks/>
            <a:stCxn id="173" idx="4"/>
            <a:endCxn id="165" idx="0"/>
          </p:cNvCxnSpPr>
          <p:nvPr/>
        </p:nvCxnSpPr>
        <p:spPr>
          <a:xfrm flipH="1">
            <a:off x="6443599" y="4667427"/>
            <a:ext cx="442559" cy="38514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8B727E87-3C1C-849A-2042-711E8938942E}"/>
              </a:ext>
            </a:extLst>
          </p:cNvPr>
          <p:cNvSpPr/>
          <p:nvPr/>
        </p:nvSpPr>
        <p:spPr>
          <a:xfrm>
            <a:off x="6464343" y="4314318"/>
            <a:ext cx="843629" cy="353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Start date</a:t>
            </a:r>
          </a:p>
        </p:txBody>
      </p: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8CE3738E-0F46-BBE5-ABA6-D2AA2EC27230}"/>
              </a:ext>
            </a:extLst>
          </p:cNvPr>
          <p:cNvCxnSpPr>
            <a:endCxn id="165" idx="3"/>
          </p:cNvCxnSpPr>
          <p:nvPr/>
        </p:nvCxnSpPr>
        <p:spPr>
          <a:xfrm rot="10800000" flipV="1">
            <a:off x="7151908" y="3615658"/>
            <a:ext cx="2516241" cy="1710513"/>
          </a:xfrm>
          <a:prstGeom prst="bentConnector3">
            <a:avLst>
              <a:gd name="adj1" fmla="val 20524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729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 flipH="1">
            <a:off x="9020025" y="1080230"/>
            <a:ext cx="1638858" cy="4798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-14763" y="5207891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273655" y="2190071"/>
            <a:ext cx="1296248" cy="30594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rot="5400000">
            <a:off x="9235411" y="766598"/>
            <a:ext cx="1109841" cy="1737104"/>
          </a:xfrm>
          <a:prstGeom prst="bentConnector3">
            <a:avLst>
              <a:gd name="adj1" fmla="val 101265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>
            <a:cxnSpLocks/>
            <a:stCxn id="104" idx="0"/>
            <a:endCxn id="38" idx="1"/>
          </p:cNvCxnSpPr>
          <p:nvPr/>
        </p:nvCxnSpPr>
        <p:spPr>
          <a:xfrm flipV="1">
            <a:off x="7789414" y="3914075"/>
            <a:ext cx="375288" cy="48107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367599" y="4395150"/>
            <a:ext cx="843629" cy="353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8988080" y="5204496"/>
            <a:ext cx="1085343" cy="42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8882981" y="4673731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493782" y="5064755"/>
            <a:ext cx="36970" cy="139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362305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2000" b="1"/>
              <a:t>CO9</a:t>
            </a:r>
            <a:r>
              <a:rPr lang="fr-MA" sz="2000" dirty="0"/>
              <a:t>. </a:t>
            </a:r>
            <a:r>
              <a:rPr lang="fr-MA" sz="1200"/>
              <a:t>added</a:t>
            </a:r>
            <a:r>
              <a:rPr lang="fr-MA" sz="1200" dirty="0"/>
              <a:t> « consume » relation </a:t>
            </a:r>
            <a:r>
              <a:rPr lang="fr-MA" sz="1200"/>
              <a:t>between</a:t>
            </a:r>
            <a:r>
              <a:rPr lang="fr-MA" sz="1200" dirty="0"/>
              <a:t> consumables and </a:t>
            </a:r>
            <a:r>
              <a:rPr lang="fr-MA" sz="1200"/>
              <a:t>reservations</a:t>
            </a:r>
            <a:endParaRPr lang="fr-MA" sz="1400" dirty="0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7909132" y="5645362"/>
            <a:ext cx="1504842" cy="64451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05000" y="1777651"/>
            <a:ext cx="577885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5881855" y="2865664"/>
            <a:ext cx="3663172" cy="1896224"/>
          </a:xfrm>
          <a:prstGeom prst="bentConnector3">
            <a:avLst>
              <a:gd name="adj1" fmla="val 60262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cxnSpLocks/>
            <a:stCxn id="116" idx="2"/>
            <a:endCxn id="126" idx="3"/>
          </p:cNvCxnSpPr>
          <p:nvPr/>
        </p:nvCxnSpPr>
        <p:spPr>
          <a:xfrm flipH="1">
            <a:off x="9413974" y="5629289"/>
            <a:ext cx="116778" cy="3383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9781237" y="6298731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514801" y="5702055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616918" y="6101208"/>
            <a:ext cx="131765" cy="197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3ADCCFA7-0EE0-6898-F6B7-EF9C32D2E3E6}"/>
              </a:ext>
            </a:extLst>
          </p:cNvPr>
          <p:cNvSpPr/>
          <p:nvPr/>
        </p:nvSpPr>
        <p:spPr>
          <a:xfrm>
            <a:off x="10821982" y="527775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Belongs to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6539140-B3AF-9E6F-F574-3918CD98B535}"/>
              </a:ext>
            </a:extLst>
          </p:cNvPr>
          <p:cNvCxnSpPr>
            <a:stCxn id="111" idx="0"/>
            <a:endCxn id="123" idx="2"/>
          </p:cNvCxnSpPr>
          <p:nvPr/>
        </p:nvCxnSpPr>
        <p:spPr>
          <a:xfrm flipV="1">
            <a:off x="10748683" y="6014414"/>
            <a:ext cx="718904" cy="28431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148EE9F7-2FDC-1650-EBF8-3DEF3A84453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6839598" y="1983098"/>
            <a:ext cx="3982384" cy="3662987"/>
          </a:xfrm>
          <a:prstGeom prst="bentConnector3">
            <a:avLst>
              <a:gd name="adj1" fmla="val 8159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0ADD57-4502-61E0-6C73-040E7CC50CE4}"/>
              </a:ext>
            </a:extLst>
          </p:cNvPr>
          <p:cNvSpPr/>
          <p:nvPr/>
        </p:nvSpPr>
        <p:spPr>
          <a:xfrm>
            <a:off x="9066677" y="3234160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Consumable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F498CF0-8A36-92E4-50CC-1B1EB1D42040}"/>
              </a:ext>
            </a:extLst>
          </p:cNvPr>
          <p:cNvSpPr/>
          <p:nvPr/>
        </p:nvSpPr>
        <p:spPr>
          <a:xfrm>
            <a:off x="9336014" y="2885366"/>
            <a:ext cx="796360" cy="226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47168DE-DE62-0079-7EF2-9419FEFD0613}"/>
              </a:ext>
            </a:extLst>
          </p:cNvPr>
          <p:cNvCxnSpPr>
            <a:cxnSpLocks/>
            <a:stCxn id="167" idx="6"/>
            <a:endCxn id="164" idx="0"/>
          </p:cNvCxnSpPr>
          <p:nvPr/>
        </p:nvCxnSpPr>
        <p:spPr>
          <a:xfrm>
            <a:off x="10132374" y="2998374"/>
            <a:ext cx="165108" cy="23578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5A580E-3C02-964D-D5E2-8945ECAAEEDF}"/>
              </a:ext>
            </a:extLst>
          </p:cNvPr>
          <p:cNvSpPr/>
          <p:nvPr/>
        </p:nvSpPr>
        <p:spPr>
          <a:xfrm>
            <a:off x="9625352" y="3969106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Supplier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595FDB4-E2D4-0A3E-A9AD-0BEC61B83BF6}"/>
              </a:ext>
            </a:extLst>
          </p:cNvPr>
          <p:cNvSpPr/>
          <p:nvPr/>
        </p:nvSpPr>
        <p:spPr>
          <a:xfrm>
            <a:off x="10455086" y="4517669"/>
            <a:ext cx="954472" cy="3353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23705F3-BA55-C090-EEDD-E1CEF5655FF4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10856157" y="4307502"/>
            <a:ext cx="0" cy="23782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Diamond 133">
            <a:extLst>
              <a:ext uri="{FF2B5EF4-FFF2-40B4-BE49-F238E27FC236}">
                <a16:creationId xmlns:a16="http://schemas.microsoft.com/office/drawing/2014/main" id="{183AD289-82A4-F351-73D5-70C2FEC8DAFB}"/>
              </a:ext>
            </a:extLst>
          </p:cNvPr>
          <p:cNvSpPr/>
          <p:nvPr/>
        </p:nvSpPr>
        <p:spPr>
          <a:xfrm>
            <a:off x="11126244" y="2196727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supplies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80A001A-A7F9-11AF-EB11-98074B8B84C0}"/>
              </a:ext>
            </a:extLst>
          </p:cNvPr>
          <p:cNvCxnSpPr>
            <a:cxnSpLocks/>
            <a:stCxn id="134" idx="1"/>
          </p:cNvCxnSpPr>
          <p:nvPr/>
        </p:nvCxnSpPr>
        <p:spPr>
          <a:xfrm rot="10800000" flipV="1">
            <a:off x="10293408" y="2567126"/>
            <a:ext cx="832836" cy="660245"/>
          </a:xfrm>
          <a:prstGeom prst="bentConnector3">
            <a:avLst>
              <a:gd name="adj1" fmla="val -1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BA5C1C5-0E1D-E748-C69D-F4C883C131BB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10658883" y="1080230"/>
            <a:ext cx="710387" cy="1267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40B57C9-47B5-5F4D-9F92-61D4D54B450D}"/>
              </a:ext>
            </a:extLst>
          </p:cNvPr>
          <p:cNvCxnSpPr>
            <a:cxnSpLocks/>
            <a:stCxn id="134" idx="2"/>
            <a:endCxn id="121" idx="0"/>
          </p:cNvCxnSpPr>
          <p:nvPr/>
        </p:nvCxnSpPr>
        <p:spPr>
          <a:xfrm rot="5400000">
            <a:off x="10715130" y="3078553"/>
            <a:ext cx="1031580" cy="749526"/>
          </a:xfrm>
          <a:prstGeom prst="bentConnector3">
            <a:avLst>
              <a:gd name="adj1" fmla="val 7757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Diamond 121">
            <a:extLst>
              <a:ext uri="{FF2B5EF4-FFF2-40B4-BE49-F238E27FC236}">
                <a16:creationId xmlns:a16="http://schemas.microsoft.com/office/drawing/2014/main" id="{7FEBB296-8C60-271D-19F5-64E9A6652522}"/>
              </a:ext>
            </a:extLst>
          </p:cNvPr>
          <p:cNvSpPr/>
          <p:nvPr/>
        </p:nvSpPr>
        <p:spPr>
          <a:xfrm>
            <a:off x="11097467" y="1305353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stores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CBF0122-5928-C7FE-35DD-BFFEBE2C89FF}"/>
              </a:ext>
            </a:extLst>
          </p:cNvPr>
          <p:cNvCxnSpPr>
            <a:cxnSpLocks/>
            <a:stCxn id="59" idx="2"/>
            <a:endCxn id="122" idx="0"/>
          </p:cNvCxnSpPr>
          <p:nvPr/>
        </p:nvCxnSpPr>
        <p:spPr>
          <a:xfrm>
            <a:off x="10658883" y="1080230"/>
            <a:ext cx="918023" cy="225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94CF3FD-C606-1210-6E76-E77B2317E9C5}"/>
              </a:ext>
            </a:extLst>
          </p:cNvPr>
          <p:cNvCxnSpPr>
            <a:cxnSpLocks/>
            <a:stCxn id="164" idx="0"/>
            <a:endCxn id="122" idx="1"/>
          </p:cNvCxnSpPr>
          <p:nvPr/>
        </p:nvCxnSpPr>
        <p:spPr>
          <a:xfrm rot="5400000" flipH="1" flipV="1">
            <a:off x="9918271" y="2054965"/>
            <a:ext cx="1558407" cy="799985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5E6319D7-DBD3-B1F7-B518-CB106DEF774F}"/>
              </a:ext>
            </a:extLst>
          </p:cNvPr>
          <p:cNvCxnSpPr>
            <a:cxnSpLocks/>
            <a:stCxn id="68" idx="3"/>
            <a:endCxn id="58" idx="2"/>
          </p:cNvCxnSpPr>
          <p:nvPr/>
        </p:nvCxnSpPr>
        <p:spPr>
          <a:xfrm flipV="1">
            <a:off x="5910485" y="2496018"/>
            <a:ext cx="3011294" cy="3650211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9E64DC0-9093-58ED-7CE1-BDCA7CCAF4AD}"/>
              </a:ext>
            </a:extLst>
          </p:cNvPr>
          <p:cNvSpPr/>
          <p:nvPr/>
        </p:nvSpPr>
        <p:spPr>
          <a:xfrm>
            <a:off x="9013684" y="611989"/>
            <a:ext cx="2936716" cy="3014875"/>
          </a:xfrm>
          <a:prstGeom prst="rect">
            <a:avLst/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E396B1A7-9229-D404-C5B5-6979B084F199}"/>
              </a:ext>
            </a:extLst>
          </p:cNvPr>
          <p:cNvSpPr/>
          <p:nvPr/>
        </p:nvSpPr>
        <p:spPr>
          <a:xfrm>
            <a:off x="5735291" y="5052568"/>
            <a:ext cx="1416616" cy="54720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monitors</a:t>
            </a:r>
          </a:p>
        </p:txBody>
      </p: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84C09E26-62CC-4DC5-22EB-92AAE061B187}"/>
              </a:ext>
            </a:extLst>
          </p:cNvPr>
          <p:cNvCxnSpPr>
            <a:stCxn id="37" idx="2"/>
            <a:endCxn id="165" idx="1"/>
          </p:cNvCxnSpPr>
          <p:nvPr/>
        </p:nvCxnSpPr>
        <p:spPr>
          <a:xfrm rot="5400000" flipH="1" flipV="1">
            <a:off x="3084328" y="2697197"/>
            <a:ext cx="21987" cy="5279938"/>
          </a:xfrm>
          <a:prstGeom prst="bentConnector4">
            <a:avLst>
              <a:gd name="adj1" fmla="val -1409387"/>
              <a:gd name="adj2" fmla="val 76966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CD026F8-C3A1-1D88-05CD-CC027C9558DD}"/>
              </a:ext>
            </a:extLst>
          </p:cNvPr>
          <p:cNvCxnSpPr>
            <a:cxnSpLocks/>
            <a:stCxn id="173" idx="4"/>
            <a:endCxn id="165" idx="0"/>
          </p:cNvCxnSpPr>
          <p:nvPr/>
        </p:nvCxnSpPr>
        <p:spPr>
          <a:xfrm flipH="1">
            <a:off x="6443599" y="4667427"/>
            <a:ext cx="442559" cy="38514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8B727E87-3C1C-849A-2042-711E8938942E}"/>
              </a:ext>
            </a:extLst>
          </p:cNvPr>
          <p:cNvSpPr/>
          <p:nvPr/>
        </p:nvSpPr>
        <p:spPr>
          <a:xfrm>
            <a:off x="6464343" y="4314318"/>
            <a:ext cx="843629" cy="353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Start date</a:t>
            </a:r>
          </a:p>
        </p:txBody>
      </p: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8CE3738E-0F46-BBE5-ABA6-D2AA2EC27230}"/>
              </a:ext>
            </a:extLst>
          </p:cNvPr>
          <p:cNvCxnSpPr>
            <a:endCxn id="165" idx="3"/>
          </p:cNvCxnSpPr>
          <p:nvPr/>
        </p:nvCxnSpPr>
        <p:spPr>
          <a:xfrm rot="10800000" flipV="1">
            <a:off x="7151908" y="3615658"/>
            <a:ext cx="2516241" cy="1710513"/>
          </a:xfrm>
          <a:prstGeom prst="bentConnector3">
            <a:avLst>
              <a:gd name="adj1" fmla="val 20524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Diamond 130">
            <a:extLst>
              <a:ext uri="{FF2B5EF4-FFF2-40B4-BE49-F238E27FC236}">
                <a16:creationId xmlns:a16="http://schemas.microsoft.com/office/drawing/2014/main" id="{BFEA78B3-6666-1065-F590-B0F9F6763FCD}"/>
              </a:ext>
            </a:extLst>
          </p:cNvPr>
          <p:cNvSpPr/>
          <p:nvPr/>
        </p:nvSpPr>
        <p:spPr>
          <a:xfrm>
            <a:off x="7611699" y="2805970"/>
            <a:ext cx="1296248" cy="429634"/>
          </a:xfrm>
          <a:prstGeom prst="diamond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consumes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C7323CF-A829-078E-F54C-880BB09805B5}"/>
              </a:ext>
            </a:extLst>
          </p:cNvPr>
          <p:cNvCxnSpPr>
            <a:cxnSpLocks/>
            <a:stCxn id="131" idx="2"/>
            <a:endCxn id="38" idx="0"/>
          </p:cNvCxnSpPr>
          <p:nvPr/>
        </p:nvCxnSpPr>
        <p:spPr>
          <a:xfrm>
            <a:off x="8259823" y="3235604"/>
            <a:ext cx="473594" cy="49942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01E89F1C-2C27-D520-676D-872D4500570B}"/>
              </a:ext>
            </a:extLst>
          </p:cNvPr>
          <p:cNvCxnSpPr>
            <a:cxnSpLocks/>
            <a:stCxn id="131" idx="3"/>
            <a:endCxn id="164" idx="0"/>
          </p:cNvCxnSpPr>
          <p:nvPr/>
        </p:nvCxnSpPr>
        <p:spPr>
          <a:xfrm>
            <a:off x="8907947" y="3020787"/>
            <a:ext cx="1389535" cy="213373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815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EF8E-6D7B-7A5C-A321-D12A8EB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CE422-A731-CA92-1546-FF32DB958FD4}"/>
              </a:ext>
            </a:extLst>
          </p:cNvPr>
          <p:cNvSpPr/>
          <p:nvPr/>
        </p:nvSpPr>
        <p:spPr>
          <a:xfrm>
            <a:off x="1731536" y="837725"/>
            <a:ext cx="1872330" cy="257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F773D-D5FA-A574-A513-4374616FED7C}"/>
              </a:ext>
            </a:extLst>
          </p:cNvPr>
          <p:cNvSpPr/>
          <p:nvPr/>
        </p:nvSpPr>
        <p:spPr>
          <a:xfrm>
            <a:off x="3248559" y="400763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656B38-8842-5E67-40BA-28F93CEF6225}"/>
              </a:ext>
            </a:extLst>
          </p:cNvPr>
          <p:cNvCxnSpPr>
            <a:cxnSpLocks/>
          </p:cNvCxnSpPr>
          <p:nvPr/>
        </p:nvCxnSpPr>
        <p:spPr>
          <a:xfrm flipV="1">
            <a:off x="2909901" y="656640"/>
            <a:ext cx="558995" cy="172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19045AF-006D-1A43-5178-8F2A4604D573}"/>
              </a:ext>
            </a:extLst>
          </p:cNvPr>
          <p:cNvSpPr/>
          <p:nvPr/>
        </p:nvSpPr>
        <p:spPr>
          <a:xfrm>
            <a:off x="776963" y="1629999"/>
            <a:ext cx="1188137" cy="22338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303603-3E72-9A53-E8DB-079B1DDA135F}"/>
              </a:ext>
            </a:extLst>
          </p:cNvPr>
          <p:cNvCxnSpPr>
            <a:cxnSpLocks/>
          </p:cNvCxnSpPr>
          <p:nvPr/>
        </p:nvCxnSpPr>
        <p:spPr>
          <a:xfrm flipH="1">
            <a:off x="1488391" y="1085728"/>
            <a:ext cx="737798" cy="6185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EDB4BB-CA81-5130-BF14-AF12CCEDAE65}"/>
              </a:ext>
            </a:extLst>
          </p:cNvPr>
          <p:cNvSpPr/>
          <p:nvPr/>
        </p:nvSpPr>
        <p:spPr>
          <a:xfrm>
            <a:off x="192693" y="2789345"/>
            <a:ext cx="807427" cy="209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61623-EA13-D2A2-61F6-40010CB3F7C3}"/>
              </a:ext>
            </a:extLst>
          </p:cNvPr>
          <p:cNvSpPr/>
          <p:nvPr/>
        </p:nvSpPr>
        <p:spPr>
          <a:xfrm>
            <a:off x="1308589" y="2788250"/>
            <a:ext cx="1072434" cy="213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A93EB9-FC9B-C4CD-ECF3-6B7E01D82A4E}"/>
              </a:ext>
            </a:extLst>
          </p:cNvPr>
          <p:cNvCxnSpPr>
            <a:cxnSpLocks/>
          </p:cNvCxnSpPr>
          <p:nvPr/>
        </p:nvCxnSpPr>
        <p:spPr>
          <a:xfrm flipH="1">
            <a:off x="458463" y="1887002"/>
            <a:ext cx="992130" cy="9208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E05C4D-9A99-97FB-336E-299601CC309F}"/>
              </a:ext>
            </a:extLst>
          </p:cNvPr>
          <p:cNvCxnSpPr>
            <a:cxnSpLocks/>
          </p:cNvCxnSpPr>
          <p:nvPr/>
        </p:nvCxnSpPr>
        <p:spPr>
          <a:xfrm>
            <a:off x="1484211" y="1875796"/>
            <a:ext cx="379870" cy="890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6BFF0-9D43-833B-F46F-84264E2F65D5}"/>
              </a:ext>
            </a:extLst>
          </p:cNvPr>
          <p:cNvSpPr/>
          <p:nvPr/>
        </p:nvSpPr>
        <p:spPr>
          <a:xfrm>
            <a:off x="2137020" y="4307502"/>
            <a:ext cx="1267680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Academic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40ED5E-1D03-6D8A-1A76-1C76182F8B3A}"/>
              </a:ext>
            </a:extLst>
          </p:cNvPr>
          <p:cNvCxnSpPr>
            <a:cxnSpLocks/>
          </p:cNvCxnSpPr>
          <p:nvPr/>
        </p:nvCxnSpPr>
        <p:spPr>
          <a:xfrm flipH="1">
            <a:off x="1390263" y="3626864"/>
            <a:ext cx="633246" cy="629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285FD3-1FD7-D56F-8BE7-9FEF2E2863F4}"/>
              </a:ext>
            </a:extLst>
          </p:cNvPr>
          <p:cNvCxnSpPr>
            <a:cxnSpLocks/>
          </p:cNvCxnSpPr>
          <p:nvPr/>
        </p:nvCxnSpPr>
        <p:spPr>
          <a:xfrm>
            <a:off x="2001098" y="3615659"/>
            <a:ext cx="1057789" cy="69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49CBB1-B4F3-D4E8-C3FA-9126260B2F5A}"/>
              </a:ext>
            </a:extLst>
          </p:cNvPr>
          <p:cNvSpPr/>
          <p:nvPr/>
        </p:nvSpPr>
        <p:spPr>
          <a:xfrm>
            <a:off x="1395680" y="3322581"/>
            <a:ext cx="873544" cy="29654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BEAB8-0127-034E-A5EC-1F3BDC4AED1B}"/>
              </a:ext>
            </a:extLst>
          </p:cNvPr>
          <p:cNvCxnSpPr>
            <a:cxnSpLocks/>
          </p:cNvCxnSpPr>
          <p:nvPr/>
        </p:nvCxnSpPr>
        <p:spPr>
          <a:xfrm flipH="1">
            <a:off x="1832566" y="2981875"/>
            <a:ext cx="169031" cy="382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5E095BA-A45A-8A4A-84D2-4408F3BA718D}"/>
              </a:ext>
            </a:extLst>
          </p:cNvPr>
          <p:cNvSpPr/>
          <p:nvPr/>
        </p:nvSpPr>
        <p:spPr>
          <a:xfrm>
            <a:off x="285483" y="4238119"/>
            <a:ext cx="1414091" cy="237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Non-Academic </a:t>
            </a:r>
            <a:endParaRPr lang="fr-MA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388C46F-1E6B-1819-3702-B0FE7DE97CFA}"/>
              </a:ext>
            </a:extLst>
          </p:cNvPr>
          <p:cNvSpPr/>
          <p:nvPr/>
        </p:nvSpPr>
        <p:spPr>
          <a:xfrm>
            <a:off x="2767858" y="2629821"/>
            <a:ext cx="1100815" cy="61417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reports</a:t>
            </a:r>
            <a:endParaRPr lang="fr-MA" sz="90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F11895-0CA8-267E-B8EF-346D8616D1B2}"/>
              </a:ext>
            </a:extLst>
          </p:cNvPr>
          <p:cNvCxnSpPr>
            <a:cxnSpLocks/>
          </p:cNvCxnSpPr>
          <p:nvPr/>
        </p:nvCxnSpPr>
        <p:spPr>
          <a:xfrm flipV="1">
            <a:off x="2388098" y="2953253"/>
            <a:ext cx="516314" cy="224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046E3-873A-8CD6-3267-E08A2DCB13A1}"/>
              </a:ext>
            </a:extLst>
          </p:cNvPr>
          <p:cNvCxnSpPr>
            <a:cxnSpLocks/>
          </p:cNvCxnSpPr>
          <p:nvPr/>
        </p:nvCxnSpPr>
        <p:spPr>
          <a:xfrm flipV="1">
            <a:off x="2370864" y="2844291"/>
            <a:ext cx="511138" cy="11206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B6A449BB-F8C6-A624-9104-7F0D51E5777B}"/>
              </a:ext>
            </a:extLst>
          </p:cNvPr>
          <p:cNvSpPr/>
          <p:nvPr/>
        </p:nvSpPr>
        <p:spPr>
          <a:xfrm>
            <a:off x="-41014" y="3390759"/>
            <a:ext cx="903610" cy="42020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A62542-DCF7-9164-A5BD-D51E1A285961}"/>
              </a:ext>
            </a:extLst>
          </p:cNvPr>
          <p:cNvCxnSpPr>
            <a:cxnSpLocks/>
          </p:cNvCxnSpPr>
          <p:nvPr/>
        </p:nvCxnSpPr>
        <p:spPr>
          <a:xfrm flipH="1">
            <a:off x="1447703" y="5278025"/>
            <a:ext cx="117830" cy="4005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5A14ED-83B8-8B00-8C72-ECE58FA244EF}"/>
              </a:ext>
            </a:extLst>
          </p:cNvPr>
          <p:cNvCxnSpPr>
            <a:cxnSpLocks/>
          </p:cNvCxnSpPr>
          <p:nvPr/>
        </p:nvCxnSpPr>
        <p:spPr>
          <a:xfrm flipH="1">
            <a:off x="381805" y="3020787"/>
            <a:ext cx="110835" cy="399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0CF9BF4-2BCF-A6F7-0B7D-B4A3B3CD6C6F}"/>
              </a:ext>
            </a:extLst>
          </p:cNvPr>
          <p:cNvSpPr/>
          <p:nvPr/>
        </p:nvSpPr>
        <p:spPr>
          <a:xfrm>
            <a:off x="9428078" y="741834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Laboratory</a:t>
            </a:r>
            <a:endParaRPr lang="fr-MA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A625BE-6B5F-4845-6FD7-9F2A3F2CE465}"/>
              </a:ext>
            </a:extLst>
          </p:cNvPr>
          <p:cNvSpPr/>
          <p:nvPr/>
        </p:nvSpPr>
        <p:spPr>
          <a:xfrm>
            <a:off x="10335501" y="101672"/>
            <a:ext cx="1302440" cy="2913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A1095D-1BB4-597F-67D6-F248E1EBA2E0}"/>
              </a:ext>
            </a:extLst>
          </p:cNvPr>
          <p:cNvCxnSpPr>
            <a:cxnSpLocks/>
          </p:cNvCxnSpPr>
          <p:nvPr/>
        </p:nvCxnSpPr>
        <p:spPr>
          <a:xfrm flipV="1">
            <a:off x="10829963" y="367709"/>
            <a:ext cx="406595" cy="385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311BD46-080C-3FF1-D7F9-7573E1DF1B76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 flipH="1">
            <a:off x="9020025" y="1080230"/>
            <a:ext cx="1638858" cy="4798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556BB3-AE57-E1BD-E346-2100C27E360E}"/>
              </a:ext>
            </a:extLst>
          </p:cNvPr>
          <p:cNvCxnSpPr>
            <a:cxnSpLocks/>
          </p:cNvCxnSpPr>
          <p:nvPr/>
        </p:nvCxnSpPr>
        <p:spPr>
          <a:xfrm flipV="1">
            <a:off x="6749407" y="1851719"/>
            <a:ext cx="1655938" cy="4675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EC276E7-D871-7965-F595-C75680593CE3}"/>
              </a:ext>
            </a:extLst>
          </p:cNvPr>
          <p:cNvSpPr/>
          <p:nvPr/>
        </p:nvSpPr>
        <p:spPr>
          <a:xfrm>
            <a:off x="5000457" y="29605"/>
            <a:ext cx="1296247" cy="5049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800" b="1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attached</a:t>
            </a:r>
            <a:endParaRPr lang="fr-MA" sz="8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A030D-374E-122E-FC63-47C533B39A3B}"/>
              </a:ext>
            </a:extLst>
          </p:cNvPr>
          <p:cNvCxnSpPr>
            <a:cxnSpLocks/>
          </p:cNvCxnSpPr>
          <p:nvPr/>
        </p:nvCxnSpPr>
        <p:spPr>
          <a:xfrm flipV="1">
            <a:off x="3309226" y="320531"/>
            <a:ext cx="1715789" cy="523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2A040F-C1B1-DCDD-5C85-0BF505E7AFC2}"/>
              </a:ext>
            </a:extLst>
          </p:cNvPr>
          <p:cNvCxnSpPr>
            <a:cxnSpLocks/>
          </p:cNvCxnSpPr>
          <p:nvPr/>
        </p:nvCxnSpPr>
        <p:spPr>
          <a:xfrm>
            <a:off x="6123984" y="277004"/>
            <a:ext cx="4382499" cy="4140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B6F62-3DF8-770A-6123-D93DA2491A9B}"/>
              </a:ext>
            </a:extLst>
          </p:cNvPr>
          <p:cNvSpPr/>
          <p:nvPr/>
        </p:nvSpPr>
        <p:spPr>
          <a:xfrm>
            <a:off x="1179741" y="5157706"/>
            <a:ext cx="1114844" cy="173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1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administrative</a:t>
            </a:r>
            <a:endParaRPr lang="fr-MA" sz="11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A5F522-7C47-9B29-924A-C53EDB6DDFA9}"/>
              </a:ext>
            </a:extLst>
          </p:cNvPr>
          <p:cNvCxnSpPr>
            <a:cxnSpLocks/>
          </p:cNvCxnSpPr>
          <p:nvPr/>
        </p:nvCxnSpPr>
        <p:spPr>
          <a:xfrm flipH="1">
            <a:off x="129676" y="4787653"/>
            <a:ext cx="694503" cy="3896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34D32-DEBA-DA65-0681-23D5F7538D1F}"/>
              </a:ext>
            </a:extLst>
          </p:cNvPr>
          <p:cNvCxnSpPr>
            <a:cxnSpLocks/>
          </p:cNvCxnSpPr>
          <p:nvPr/>
        </p:nvCxnSpPr>
        <p:spPr>
          <a:xfrm>
            <a:off x="812972" y="4783998"/>
            <a:ext cx="446969" cy="4013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A2CD4-E6C4-32DB-7C95-5A753EEECF32}"/>
              </a:ext>
            </a:extLst>
          </p:cNvPr>
          <p:cNvSpPr/>
          <p:nvPr/>
        </p:nvSpPr>
        <p:spPr>
          <a:xfrm>
            <a:off x="-14763" y="5207891"/>
            <a:ext cx="940231" cy="140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Technical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5FC68A12-2486-F54A-8BEE-6BED936C55B3}"/>
              </a:ext>
            </a:extLst>
          </p:cNvPr>
          <p:cNvSpPr/>
          <p:nvPr/>
        </p:nvSpPr>
        <p:spPr>
          <a:xfrm>
            <a:off x="8371901" y="1560121"/>
            <a:ext cx="1296247" cy="5252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E7BB092-8A45-B41D-9449-50EE65A32E09}"/>
              </a:ext>
            </a:extLst>
          </p:cNvPr>
          <p:cNvSpPr/>
          <p:nvPr/>
        </p:nvSpPr>
        <p:spPr>
          <a:xfrm>
            <a:off x="450453" y="4471391"/>
            <a:ext cx="842663" cy="340147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15B0EE-A761-E718-DF42-B56444653D5A}"/>
              </a:ext>
            </a:extLst>
          </p:cNvPr>
          <p:cNvSpPr/>
          <p:nvPr/>
        </p:nvSpPr>
        <p:spPr>
          <a:xfrm>
            <a:off x="2019054" y="6111284"/>
            <a:ext cx="11036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faculty</a:t>
            </a:r>
            <a:endParaRPr lang="fr-MA" sz="1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3F7A903-8638-F40F-8996-7B33FD8A5AEE}"/>
              </a:ext>
            </a:extLst>
          </p:cNvPr>
          <p:cNvCxnSpPr>
            <a:cxnSpLocks/>
          </p:cNvCxnSpPr>
          <p:nvPr/>
        </p:nvCxnSpPr>
        <p:spPr>
          <a:xfrm flipH="1">
            <a:off x="798741" y="5858342"/>
            <a:ext cx="665614" cy="2658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3406B-DD4F-349D-69AA-F813FC9EBAD0}"/>
              </a:ext>
            </a:extLst>
          </p:cNvPr>
          <p:cNvCxnSpPr>
            <a:cxnSpLocks/>
          </p:cNvCxnSpPr>
          <p:nvPr/>
        </p:nvCxnSpPr>
        <p:spPr>
          <a:xfrm>
            <a:off x="1453149" y="5888306"/>
            <a:ext cx="561890" cy="3178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27EC3C5-74F8-6B0A-F29C-C6644550636D}"/>
              </a:ext>
            </a:extLst>
          </p:cNvPr>
          <p:cNvSpPr/>
          <p:nvPr/>
        </p:nvSpPr>
        <p:spPr>
          <a:xfrm>
            <a:off x="989773" y="5631727"/>
            <a:ext cx="921105" cy="21688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8E7FAC-87E2-5E19-663E-5943E31D6D25}"/>
              </a:ext>
            </a:extLst>
          </p:cNvPr>
          <p:cNvSpPr/>
          <p:nvPr/>
        </p:nvSpPr>
        <p:spPr>
          <a:xfrm>
            <a:off x="478464" y="6088352"/>
            <a:ext cx="913139" cy="162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Dean</a:t>
            </a: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61684C47-CF9B-B2B7-EBBD-5F36468F4107}"/>
              </a:ext>
            </a:extLst>
          </p:cNvPr>
          <p:cNvSpPr/>
          <p:nvPr/>
        </p:nvSpPr>
        <p:spPr>
          <a:xfrm rot="-120000">
            <a:off x="5866801" y="2077103"/>
            <a:ext cx="1066914" cy="52673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600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</a:t>
            </a:r>
            <a:endParaRPr lang="fr-MA" sz="600" b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FD2B9-917D-3F9A-C9D6-7172F05C9F13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6391067" y="1049750"/>
            <a:ext cx="3067135" cy="10275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EDE4F-E4A6-B8AD-431B-18C053E088A4}"/>
              </a:ext>
            </a:extLst>
          </p:cNvPr>
          <p:cNvSpPr/>
          <p:nvPr/>
        </p:nvSpPr>
        <p:spPr>
          <a:xfrm>
            <a:off x="4379409" y="3387805"/>
            <a:ext cx="1105292" cy="526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E386F-660A-1F5D-F590-BCAD4B40B5F3}"/>
              </a:ext>
            </a:extLst>
          </p:cNvPr>
          <p:cNvSpPr txBox="1"/>
          <p:nvPr/>
        </p:nvSpPr>
        <p:spPr>
          <a:xfrm>
            <a:off x="4535354" y="3347405"/>
            <a:ext cx="17695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Research </a:t>
            </a:r>
            <a:endParaRPr lang="en-US"/>
          </a:p>
          <a:p>
            <a:r>
              <a:rPr lang="en-US" sz="1400"/>
              <a:t>project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1A02F9-98BF-EBEB-A360-427C8A7A4E21}"/>
              </a:ext>
            </a:extLst>
          </p:cNvPr>
          <p:cNvCxnSpPr/>
          <p:nvPr/>
        </p:nvCxnSpPr>
        <p:spPr>
          <a:xfrm>
            <a:off x="4312952" y="3282343"/>
            <a:ext cx="267989" cy="11399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1F8C0AF-BAAE-33A7-10B9-E938950C9BAC}"/>
              </a:ext>
            </a:extLst>
          </p:cNvPr>
          <p:cNvSpPr/>
          <p:nvPr/>
        </p:nvSpPr>
        <p:spPr>
          <a:xfrm>
            <a:off x="3894800" y="2764058"/>
            <a:ext cx="691320" cy="5292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4F17E6-B441-AA27-856B-A08143DC977C}"/>
              </a:ext>
            </a:extLst>
          </p:cNvPr>
          <p:cNvSpPr txBox="1"/>
          <p:nvPr/>
        </p:nvSpPr>
        <p:spPr>
          <a:xfrm>
            <a:off x="3956343" y="2848328"/>
            <a:ext cx="67226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u="sng"/>
              <a:t>Project code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263708-2C26-4221-2CD3-7FB63760D373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508824" y="2603676"/>
            <a:ext cx="3900625" cy="35139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2327863-BC43-5DE8-9D91-20040A823502}"/>
              </a:ext>
            </a:extLst>
          </p:cNvPr>
          <p:cNvSpPr/>
          <p:nvPr/>
        </p:nvSpPr>
        <p:spPr>
          <a:xfrm>
            <a:off x="2072960" y="1487461"/>
            <a:ext cx="1154520" cy="32423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ISA</a:t>
            </a:r>
            <a:endParaRPr lang="fr-MA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C3AC0F-0B3F-B844-EEC9-CD5C2EC68AC1}"/>
              </a:ext>
            </a:extLst>
          </p:cNvPr>
          <p:cNvCxnSpPr>
            <a:cxnSpLocks/>
          </p:cNvCxnSpPr>
          <p:nvPr/>
        </p:nvCxnSpPr>
        <p:spPr>
          <a:xfrm>
            <a:off x="2254577" y="1084682"/>
            <a:ext cx="428660" cy="441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189D34-5189-2B10-D44C-736C45AFD775}"/>
              </a:ext>
            </a:extLst>
          </p:cNvPr>
          <p:cNvCxnSpPr>
            <a:cxnSpLocks/>
          </p:cNvCxnSpPr>
          <p:nvPr/>
        </p:nvCxnSpPr>
        <p:spPr>
          <a:xfrm flipH="1">
            <a:off x="2744463" y="1800493"/>
            <a:ext cx="292583" cy="41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A045D1-0E5D-2095-FD6A-F21018719C6F}"/>
              </a:ext>
            </a:extLst>
          </p:cNvPr>
          <p:cNvCxnSpPr>
            <a:cxnSpLocks/>
          </p:cNvCxnSpPr>
          <p:nvPr/>
        </p:nvCxnSpPr>
        <p:spPr>
          <a:xfrm>
            <a:off x="3217834" y="1821857"/>
            <a:ext cx="615195" cy="374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CAFAB21-CA95-B6B5-0F13-37ED031401FB}"/>
              </a:ext>
            </a:extLst>
          </p:cNvPr>
          <p:cNvSpPr/>
          <p:nvPr/>
        </p:nvSpPr>
        <p:spPr>
          <a:xfrm>
            <a:off x="3612236" y="2184142"/>
            <a:ext cx="868056" cy="4340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Involved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AABA-1C75-DC01-4CBD-30B7DB9C7E12}"/>
              </a:ext>
            </a:extLst>
          </p:cNvPr>
          <p:cNvSpPr/>
          <p:nvPr/>
        </p:nvSpPr>
        <p:spPr>
          <a:xfrm>
            <a:off x="2324151" y="2226145"/>
            <a:ext cx="910059" cy="406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Not involved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DD968D-4575-7FA7-E7B8-602127511B7C}"/>
              </a:ext>
            </a:extLst>
          </p:cNvPr>
          <p:cNvCxnSpPr>
            <a:cxnSpLocks/>
          </p:cNvCxnSpPr>
          <p:nvPr/>
        </p:nvCxnSpPr>
        <p:spPr>
          <a:xfrm flipV="1">
            <a:off x="5515945" y="3615092"/>
            <a:ext cx="566387" cy="1633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AC9453B9-2FA6-5A86-B9DC-124B50487EED}"/>
              </a:ext>
            </a:extLst>
          </p:cNvPr>
          <p:cNvSpPr/>
          <p:nvPr/>
        </p:nvSpPr>
        <p:spPr>
          <a:xfrm>
            <a:off x="5958940" y="3332381"/>
            <a:ext cx="810969" cy="5472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/>
              <a:t>Has a role 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A54751-2460-94A5-ED3B-5EF67BD50B20}"/>
              </a:ext>
            </a:extLst>
          </p:cNvPr>
          <p:cNvCxnSpPr/>
          <p:nvPr/>
        </p:nvCxnSpPr>
        <p:spPr>
          <a:xfrm flipH="1" flipV="1">
            <a:off x="4460446" y="2620713"/>
            <a:ext cx="2549691" cy="9099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7B7F00-FF2D-DB27-453D-275B4C5E4A1C}"/>
              </a:ext>
            </a:extLst>
          </p:cNvPr>
          <p:cNvCxnSpPr/>
          <p:nvPr/>
        </p:nvCxnSpPr>
        <p:spPr>
          <a:xfrm flipV="1">
            <a:off x="6761398" y="3528237"/>
            <a:ext cx="249521" cy="886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5B872E69-EB79-AA57-15C7-B4BB37DDBCD8}"/>
              </a:ext>
            </a:extLst>
          </p:cNvPr>
          <p:cNvSpPr/>
          <p:nvPr/>
        </p:nvSpPr>
        <p:spPr>
          <a:xfrm>
            <a:off x="4660331" y="5840626"/>
            <a:ext cx="1250154" cy="61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48E401F-494F-E2B3-A259-BFB93E660154}"/>
              </a:ext>
            </a:extLst>
          </p:cNvPr>
          <p:cNvSpPr/>
          <p:nvPr/>
        </p:nvSpPr>
        <p:spPr>
          <a:xfrm>
            <a:off x="4449085" y="4839875"/>
            <a:ext cx="966921" cy="4497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91EA20-E33D-CC94-D0E1-F7D74E591003}"/>
              </a:ext>
            </a:extLst>
          </p:cNvPr>
          <p:cNvSpPr txBox="1"/>
          <p:nvPr/>
        </p:nvSpPr>
        <p:spPr>
          <a:xfrm>
            <a:off x="4531355" y="4839501"/>
            <a:ext cx="9852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ea typeface="+mn-lt"/>
                <a:cs typeface="+mn-lt"/>
              </a:rPr>
              <a:t>budgetary line</a:t>
            </a:r>
            <a:endParaRPr lang="en-US" sz="1200" u="sng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9486920-E2B3-84BF-1495-CA1AE804FF12}"/>
              </a:ext>
            </a:extLst>
          </p:cNvPr>
          <p:cNvSpPr/>
          <p:nvPr/>
        </p:nvSpPr>
        <p:spPr>
          <a:xfrm>
            <a:off x="3202834" y="5017167"/>
            <a:ext cx="1133826" cy="75357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manages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525E0CF-1761-DC55-3FDA-79CF7A3D0D35}"/>
              </a:ext>
            </a:extLst>
          </p:cNvPr>
          <p:cNvCxnSpPr>
            <a:cxnSpLocks/>
            <a:stCxn id="21" idx="2"/>
            <a:endCxn id="43" idx="1"/>
          </p:cNvCxnSpPr>
          <p:nvPr/>
        </p:nvCxnSpPr>
        <p:spPr>
          <a:xfrm>
            <a:off x="2770860" y="4545323"/>
            <a:ext cx="431974" cy="84863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9414D55-8FD4-401E-3C90-10BA34966DB8}"/>
              </a:ext>
            </a:extLst>
          </p:cNvPr>
          <p:cNvSpPr/>
          <p:nvPr/>
        </p:nvSpPr>
        <p:spPr>
          <a:xfrm>
            <a:off x="5132764" y="425374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70FA4A-D16E-8E20-58D5-04D80C6901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76042" y="3900351"/>
            <a:ext cx="302327" cy="35339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996BBF-34E3-7A1B-61B8-E7F9C5768411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253521" y="4990404"/>
            <a:ext cx="524848" cy="8414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4A9425E3-909A-3277-4422-4223EA5B916E}"/>
              </a:ext>
            </a:extLst>
          </p:cNvPr>
          <p:cNvSpPr/>
          <p:nvPr/>
        </p:nvSpPr>
        <p:spPr>
          <a:xfrm>
            <a:off x="8273655" y="2190071"/>
            <a:ext cx="1296248" cy="30594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funds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C041DD-67F8-DE48-3D91-9793D800D9AD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rot="5400000">
            <a:off x="9235411" y="766598"/>
            <a:ext cx="1109841" cy="1737104"/>
          </a:xfrm>
          <a:prstGeom prst="bentConnector3">
            <a:avLst>
              <a:gd name="adj1" fmla="val 101265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9562EB-5BCB-DCA1-ADB1-C777306C4785}"/>
              </a:ext>
            </a:extLst>
          </p:cNvPr>
          <p:cNvCxnSpPr>
            <a:cxnSpLocks/>
            <a:stCxn id="100" idx="2"/>
            <a:endCxn id="68" idx="0"/>
          </p:cNvCxnSpPr>
          <p:nvPr/>
        </p:nvCxnSpPr>
        <p:spPr>
          <a:xfrm>
            <a:off x="5023986" y="5301166"/>
            <a:ext cx="261422" cy="5394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FEEEFA1-7D32-7BE1-C33E-7E8B595170D2}"/>
              </a:ext>
            </a:extLst>
          </p:cNvPr>
          <p:cNvCxnSpPr>
            <a:cxnSpLocks/>
            <a:stCxn id="43" idx="3"/>
            <a:endCxn id="68" idx="1"/>
          </p:cNvCxnSpPr>
          <p:nvPr/>
        </p:nvCxnSpPr>
        <p:spPr>
          <a:xfrm>
            <a:off x="4336660" y="5404113"/>
            <a:ext cx="343991" cy="7217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403C016-9FB3-D88B-3405-6703374488EE}"/>
              </a:ext>
            </a:extLst>
          </p:cNvPr>
          <p:cNvSpPr/>
          <p:nvPr/>
        </p:nvSpPr>
        <p:spPr>
          <a:xfrm>
            <a:off x="7988940" y="611989"/>
            <a:ext cx="950573" cy="53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equipment model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88220C1-46AC-62CE-FB07-F12E5DD60E5E}"/>
              </a:ext>
            </a:extLst>
          </p:cNvPr>
          <p:cNvSpPr/>
          <p:nvPr/>
        </p:nvSpPr>
        <p:spPr>
          <a:xfrm>
            <a:off x="8939894" y="25632"/>
            <a:ext cx="990659" cy="5403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model identifier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C5877F-F84E-1502-D233-C4E7FF964C75}"/>
              </a:ext>
            </a:extLst>
          </p:cNvPr>
          <p:cNvSpPr/>
          <p:nvPr/>
        </p:nvSpPr>
        <p:spPr>
          <a:xfrm>
            <a:off x="4733654" y="1427711"/>
            <a:ext cx="756979" cy="4285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ea typeface="+mn-lt"/>
                <a:cs typeface="+mn-lt"/>
              </a:rPr>
              <a:t>serial number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A1F9B2-A589-55DC-59AF-75CC5649EBF3}"/>
              </a:ext>
            </a:extLst>
          </p:cNvPr>
          <p:cNvSpPr/>
          <p:nvPr/>
        </p:nvSpPr>
        <p:spPr>
          <a:xfrm>
            <a:off x="5854731" y="1601985"/>
            <a:ext cx="984867" cy="381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>
                <a:solidFill>
                  <a:schemeClr val="tx1"/>
                </a:solidFill>
              </a:rPr>
              <a:t>Equipement</a:t>
            </a:r>
            <a:r>
              <a:rPr lang="en-US" sz="1050">
                <a:solidFill>
                  <a:schemeClr val="tx1"/>
                </a:solidFill>
              </a:rPr>
              <a:t> unit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A672ED4-6016-096C-5DF8-14DDB6324720}"/>
              </a:ext>
            </a:extLst>
          </p:cNvPr>
          <p:cNvCxnSpPr/>
          <p:nvPr/>
        </p:nvCxnSpPr>
        <p:spPr>
          <a:xfrm flipV="1">
            <a:off x="8953923" y="492111"/>
            <a:ext cx="225508" cy="16736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EF75B0-32A5-73F7-E338-798BE810BF1B}"/>
              </a:ext>
            </a:extLst>
          </p:cNvPr>
          <p:cNvCxnSpPr/>
          <p:nvPr/>
        </p:nvCxnSpPr>
        <p:spPr>
          <a:xfrm>
            <a:off x="5429891" y="1614742"/>
            <a:ext cx="398174" cy="186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B0323A8D-48AE-7165-2CFC-277689DFDADE}"/>
              </a:ext>
            </a:extLst>
          </p:cNvPr>
          <p:cNvSpPr/>
          <p:nvPr/>
        </p:nvSpPr>
        <p:spPr>
          <a:xfrm>
            <a:off x="7148920" y="908400"/>
            <a:ext cx="925559" cy="76923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/>
              <a:t>Belongs to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45012E2-CEC4-29BC-2739-90E041E06E80}"/>
              </a:ext>
            </a:extLst>
          </p:cNvPr>
          <p:cNvCxnSpPr/>
          <p:nvPr/>
        </p:nvCxnSpPr>
        <p:spPr>
          <a:xfrm flipV="1">
            <a:off x="7861445" y="976922"/>
            <a:ext cx="140751" cy="1786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ECBEFC4-42CC-B380-BB18-8F8F6FBB589E}"/>
              </a:ext>
            </a:extLst>
          </p:cNvPr>
          <p:cNvCxnSpPr/>
          <p:nvPr/>
        </p:nvCxnSpPr>
        <p:spPr>
          <a:xfrm flipV="1">
            <a:off x="6856378" y="1284102"/>
            <a:ext cx="321642" cy="3345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41D40EAD-659B-BBCB-5E1C-CC3E35018F41}"/>
              </a:ext>
            </a:extLst>
          </p:cNvPr>
          <p:cNvSpPr/>
          <p:nvPr/>
        </p:nvSpPr>
        <p:spPr>
          <a:xfrm>
            <a:off x="5003453" y="483060"/>
            <a:ext cx="647099" cy="55035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/>
              <a:t>use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7E2055-94B3-1703-5C6A-B3DB1D372E7B}"/>
              </a:ext>
            </a:extLst>
          </p:cNvPr>
          <p:cNvCxnSpPr/>
          <p:nvPr/>
        </p:nvCxnSpPr>
        <p:spPr>
          <a:xfrm flipV="1">
            <a:off x="3621120" y="785262"/>
            <a:ext cx="1397178" cy="12748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9A14431-3068-B560-E63E-249540DC13CB}"/>
              </a:ext>
            </a:extLst>
          </p:cNvPr>
          <p:cNvCxnSpPr/>
          <p:nvPr/>
        </p:nvCxnSpPr>
        <p:spPr>
          <a:xfrm flipH="1" flipV="1">
            <a:off x="5608186" y="774667"/>
            <a:ext cx="525006" cy="819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C32B44-5FBA-E239-AF36-DF3691D25AAB}"/>
              </a:ext>
            </a:extLst>
          </p:cNvPr>
          <p:cNvSpPr/>
          <p:nvPr/>
        </p:nvSpPr>
        <p:spPr>
          <a:xfrm>
            <a:off x="6096702" y="838660"/>
            <a:ext cx="887733" cy="52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07AA532-AC40-FFC4-A7E5-5AB3671117A2}"/>
              </a:ext>
            </a:extLst>
          </p:cNvPr>
          <p:cNvSpPr/>
          <p:nvPr/>
        </p:nvSpPr>
        <p:spPr>
          <a:xfrm>
            <a:off x="7012374" y="457491"/>
            <a:ext cx="681882" cy="3859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1B923B-F930-853D-089D-4ABF40C49477}"/>
              </a:ext>
            </a:extLst>
          </p:cNvPr>
          <p:cNvCxnSpPr/>
          <p:nvPr/>
        </p:nvCxnSpPr>
        <p:spPr>
          <a:xfrm flipH="1">
            <a:off x="6968864" y="769637"/>
            <a:ext cx="131472" cy="26543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863DDFB6-D248-4B10-E5F9-A38D14C7576C}"/>
              </a:ext>
            </a:extLst>
          </p:cNvPr>
          <p:cNvSpPr/>
          <p:nvPr/>
        </p:nvSpPr>
        <p:spPr>
          <a:xfrm rot="120000">
            <a:off x="3866433" y="901469"/>
            <a:ext cx="885799" cy="6155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HOLDS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E6EE12D-7006-3572-0472-3767A2DB51CB}"/>
              </a:ext>
            </a:extLst>
          </p:cNvPr>
          <p:cNvCxnSpPr/>
          <p:nvPr/>
        </p:nvCxnSpPr>
        <p:spPr>
          <a:xfrm>
            <a:off x="3615872" y="1060399"/>
            <a:ext cx="245828" cy="7780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F6F951-2402-37AA-A5A4-3E5ECCF1E1F5}"/>
              </a:ext>
            </a:extLst>
          </p:cNvPr>
          <p:cNvCxnSpPr/>
          <p:nvPr/>
        </p:nvCxnSpPr>
        <p:spPr>
          <a:xfrm flipV="1">
            <a:off x="4676934" y="1153110"/>
            <a:ext cx="1412240" cy="914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0B87FE52-F7B0-5FF4-23A9-12A34912EFD5}"/>
              </a:ext>
            </a:extLst>
          </p:cNvPr>
          <p:cNvSpPr/>
          <p:nvPr/>
        </p:nvSpPr>
        <p:spPr>
          <a:xfrm>
            <a:off x="7328649" y="2262257"/>
            <a:ext cx="1053662" cy="5302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>
                <a:solidFill>
                  <a:schemeClr val="tx1"/>
                </a:solidFill>
              </a:rPr>
              <a:t>requires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CC04DA-932E-53E2-2EE6-8C204A423ECE}"/>
              </a:ext>
            </a:extLst>
          </p:cNvPr>
          <p:cNvCxnSpPr/>
          <p:nvPr/>
        </p:nvCxnSpPr>
        <p:spPr>
          <a:xfrm>
            <a:off x="6508612" y="1361222"/>
            <a:ext cx="808551" cy="118149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F52E721-75A4-167A-2911-92CCA73F8959}"/>
              </a:ext>
            </a:extLst>
          </p:cNvPr>
          <p:cNvCxnSpPr/>
          <p:nvPr/>
        </p:nvCxnSpPr>
        <p:spPr>
          <a:xfrm flipH="1">
            <a:off x="8364861" y="1107113"/>
            <a:ext cx="33076" cy="14417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>
            <a:extLst>
              <a:ext uri="{FF2B5EF4-FFF2-40B4-BE49-F238E27FC236}">
                <a16:creationId xmlns:a16="http://schemas.microsoft.com/office/drawing/2014/main" id="{A709A405-DAC2-2DA1-506E-D622E71AC55B}"/>
              </a:ext>
            </a:extLst>
          </p:cNvPr>
          <p:cNvSpPr/>
          <p:nvPr/>
        </p:nvSpPr>
        <p:spPr>
          <a:xfrm>
            <a:off x="4515546" y="1949131"/>
            <a:ext cx="966916" cy="46973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reserve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B76E8EB-02CD-8126-1A38-3113837ECA62}"/>
              </a:ext>
            </a:extLst>
          </p:cNvPr>
          <p:cNvCxnSpPr/>
          <p:nvPr/>
        </p:nvCxnSpPr>
        <p:spPr>
          <a:xfrm flipH="1" flipV="1">
            <a:off x="1411235" y="776819"/>
            <a:ext cx="20647" cy="7873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01D059-0CEC-F0EC-67B1-1D82F833C5AF}"/>
              </a:ext>
            </a:extLst>
          </p:cNvPr>
          <p:cNvCxnSpPr>
            <a:cxnSpLocks/>
          </p:cNvCxnSpPr>
          <p:nvPr/>
        </p:nvCxnSpPr>
        <p:spPr>
          <a:xfrm flipV="1">
            <a:off x="1431882" y="1508338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FD1666A-4B6C-E946-11E7-7B34D6B08C39}"/>
              </a:ext>
            </a:extLst>
          </p:cNvPr>
          <p:cNvCxnSpPr>
            <a:cxnSpLocks/>
          </p:cNvCxnSpPr>
          <p:nvPr/>
        </p:nvCxnSpPr>
        <p:spPr>
          <a:xfrm flipH="1" flipV="1">
            <a:off x="7019554" y="817458"/>
            <a:ext cx="20647" cy="73659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7B23673-FA22-3D8B-22BC-8EB850922F54}"/>
              </a:ext>
            </a:extLst>
          </p:cNvPr>
          <p:cNvCxnSpPr>
            <a:cxnSpLocks/>
          </p:cNvCxnSpPr>
          <p:nvPr/>
        </p:nvCxnSpPr>
        <p:spPr>
          <a:xfrm flipV="1">
            <a:off x="1452202" y="685377"/>
            <a:ext cx="5486073" cy="96516"/>
          </a:xfrm>
          <a:prstGeom prst="straightConnector1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8ACB382-E3C9-6C55-38D2-427CBB10BB75}"/>
              </a:ext>
            </a:extLst>
          </p:cNvPr>
          <p:cNvCxnSpPr/>
          <p:nvPr/>
        </p:nvCxnSpPr>
        <p:spPr>
          <a:xfrm>
            <a:off x="3848226" y="1566910"/>
            <a:ext cx="703528" cy="604688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9FE8946-EE08-4DF0-0D73-3D8C019BDCBD}"/>
              </a:ext>
            </a:extLst>
          </p:cNvPr>
          <p:cNvCxnSpPr/>
          <p:nvPr/>
        </p:nvCxnSpPr>
        <p:spPr>
          <a:xfrm flipV="1">
            <a:off x="5501773" y="1955587"/>
            <a:ext cx="393425" cy="2139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13BDA-5214-F49D-6104-36AF964B5758}"/>
              </a:ext>
            </a:extLst>
          </p:cNvPr>
          <p:cNvSpPr/>
          <p:nvPr/>
        </p:nvSpPr>
        <p:spPr>
          <a:xfrm>
            <a:off x="8164702" y="3735031"/>
            <a:ext cx="1137430" cy="358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Reservation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3A7FAC-0B81-7BF2-849C-89CA3A28426B}"/>
              </a:ext>
            </a:extLst>
          </p:cNvPr>
          <p:cNvCxnSpPr>
            <a:cxnSpLocks/>
            <a:stCxn id="104" idx="0"/>
            <a:endCxn id="38" idx="1"/>
          </p:cNvCxnSpPr>
          <p:nvPr/>
        </p:nvCxnSpPr>
        <p:spPr>
          <a:xfrm flipV="1">
            <a:off x="7789414" y="3914075"/>
            <a:ext cx="375288" cy="48107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BBA173AC-6FF6-FA7C-933C-2F56B8E13F75}"/>
              </a:ext>
            </a:extLst>
          </p:cNvPr>
          <p:cNvSpPr/>
          <p:nvPr/>
        </p:nvSpPr>
        <p:spPr>
          <a:xfrm>
            <a:off x="7367599" y="4395150"/>
            <a:ext cx="843629" cy="353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>
                <a:solidFill>
                  <a:schemeClr val="tx1"/>
                </a:solidFill>
              </a:rPr>
              <a:t>Reservation id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6964760-9D59-CD0F-EE0C-AE63F95AF8BF}"/>
              </a:ext>
            </a:extLst>
          </p:cNvPr>
          <p:cNvSpPr/>
          <p:nvPr/>
        </p:nvSpPr>
        <p:spPr>
          <a:xfrm>
            <a:off x="7328985" y="3173916"/>
            <a:ext cx="894361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/>
              <a:t>Make reservation 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8BF319-E61E-6906-F284-2A476C8ED1CD}"/>
              </a:ext>
            </a:extLst>
          </p:cNvPr>
          <p:cNvCxnSpPr/>
          <p:nvPr/>
        </p:nvCxnSpPr>
        <p:spPr>
          <a:xfrm>
            <a:off x="8207775" y="3504557"/>
            <a:ext cx="134949" cy="22004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95C498A-6FB7-C921-6066-B5AEB9A44A45}"/>
              </a:ext>
            </a:extLst>
          </p:cNvPr>
          <p:cNvCxnSpPr/>
          <p:nvPr/>
        </p:nvCxnSpPr>
        <p:spPr>
          <a:xfrm>
            <a:off x="4458988" y="2315827"/>
            <a:ext cx="2872594" cy="121324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AF0EA5-0680-C7F4-92A8-37701172D0D8}"/>
              </a:ext>
            </a:extLst>
          </p:cNvPr>
          <p:cNvSpPr/>
          <p:nvPr/>
        </p:nvSpPr>
        <p:spPr>
          <a:xfrm>
            <a:off x="4596806" y="6518936"/>
            <a:ext cx="939196" cy="3216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Approvers</a:t>
            </a: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0DA08AA1-3760-DFD3-E5DB-7838C72842A4}"/>
              </a:ext>
            </a:extLst>
          </p:cNvPr>
          <p:cNvSpPr/>
          <p:nvPr/>
        </p:nvSpPr>
        <p:spPr>
          <a:xfrm>
            <a:off x="1046707" y="6170073"/>
            <a:ext cx="1259840" cy="6908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designates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B5C090E-45F4-2D54-EE06-1DDEC9140562}"/>
              </a:ext>
            </a:extLst>
          </p:cNvPr>
          <p:cNvCxnSpPr/>
          <p:nvPr/>
        </p:nvCxnSpPr>
        <p:spPr>
          <a:xfrm>
            <a:off x="618879" y="6240530"/>
            <a:ext cx="409659" cy="28508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7F6298E-4AFB-1EE6-D330-E00035397CFF}"/>
              </a:ext>
            </a:extLst>
          </p:cNvPr>
          <p:cNvCxnSpPr/>
          <p:nvPr/>
        </p:nvCxnSpPr>
        <p:spPr>
          <a:xfrm flipV="1">
            <a:off x="5549868" y="6386247"/>
            <a:ext cx="953170" cy="24362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ED73007A-B764-101D-C519-05303B798876}"/>
              </a:ext>
            </a:extLst>
          </p:cNvPr>
          <p:cNvSpPr/>
          <p:nvPr/>
        </p:nvSpPr>
        <p:spPr>
          <a:xfrm>
            <a:off x="6456161" y="6007730"/>
            <a:ext cx="968296" cy="73809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/>
              <a:t>approves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E5FEF70-9591-5A16-38A5-B1C02C4329EA}"/>
              </a:ext>
            </a:extLst>
          </p:cNvPr>
          <p:cNvCxnSpPr/>
          <p:nvPr/>
        </p:nvCxnSpPr>
        <p:spPr>
          <a:xfrm flipH="1">
            <a:off x="7422186" y="4096706"/>
            <a:ext cx="1159902" cy="22603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8B21FD7-177E-95E9-4E20-5ABDAFDA5EDD}"/>
              </a:ext>
            </a:extLst>
          </p:cNvPr>
          <p:cNvCxnSpPr>
            <a:cxnSpLocks/>
          </p:cNvCxnSpPr>
          <p:nvPr/>
        </p:nvCxnSpPr>
        <p:spPr>
          <a:xfrm flipH="1" flipV="1">
            <a:off x="2304066" y="6512560"/>
            <a:ext cx="2292740" cy="1671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CC7DED-3CA4-4955-70D4-2B25612789C5}"/>
              </a:ext>
            </a:extLst>
          </p:cNvPr>
          <p:cNvSpPr/>
          <p:nvPr/>
        </p:nvSpPr>
        <p:spPr>
          <a:xfrm>
            <a:off x="8988080" y="5204496"/>
            <a:ext cx="1085343" cy="42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CE9EB35-94D1-14B8-1132-6A4E4096670B}"/>
              </a:ext>
            </a:extLst>
          </p:cNvPr>
          <p:cNvSpPr/>
          <p:nvPr/>
        </p:nvSpPr>
        <p:spPr>
          <a:xfrm>
            <a:off x="8882981" y="4673731"/>
            <a:ext cx="1221602" cy="391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400" u="dashLong" baseline="2000" dirty="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12C97C-FD99-F464-D5DC-38B83FD6BE48}"/>
              </a:ext>
            </a:extLst>
          </p:cNvPr>
          <p:cNvCxnSpPr>
            <a:cxnSpLocks/>
            <a:stCxn id="117" idx="4"/>
            <a:endCxn id="116" idx="0"/>
          </p:cNvCxnSpPr>
          <p:nvPr/>
        </p:nvCxnSpPr>
        <p:spPr>
          <a:xfrm>
            <a:off x="9493782" y="5064755"/>
            <a:ext cx="36970" cy="139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36BF53A-633E-EF51-AAD9-D541843DAF1B}"/>
              </a:ext>
            </a:extLst>
          </p:cNvPr>
          <p:cNvSpPr txBox="1"/>
          <p:nvPr/>
        </p:nvSpPr>
        <p:spPr>
          <a:xfrm>
            <a:off x="-19187" y="-32445"/>
            <a:ext cx="362305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MA" sz="2000" b="1"/>
              <a:t>CO10.</a:t>
            </a:r>
            <a:r>
              <a:rPr lang="fr-MA" sz="2000" dirty="0"/>
              <a:t> </a:t>
            </a:r>
            <a:r>
              <a:rPr lang="fr-MA" sz="1200" dirty="0"/>
              <a:t>No changes</a:t>
            </a:r>
            <a:endParaRPr lang="fr-MA" sz="1400" dirty="0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4060BAD-AF62-CEA5-A5BD-636DD726CC90}"/>
              </a:ext>
            </a:extLst>
          </p:cNvPr>
          <p:cNvSpPr/>
          <p:nvPr/>
        </p:nvSpPr>
        <p:spPr>
          <a:xfrm>
            <a:off x="7909132" y="5645362"/>
            <a:ext cx="1504842" cy="64451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Carries out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C9776871-D129-AF90-03B1-FB92DA8AC8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05000" y="1777651"/>
            <a:ext cx="577885" cy="7816919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7248A31-16E6-C829-FF2F-7F90395CFCCA}"/>
              </a:ext>
            </a:extLst>
          </p:cNvPr>
          <p:cNvCxnSpPr>
            <a:cxnSpLocks/>
            <a:endCxn id="126" idx="0"/>
          </p:cNvCxnSpPr>
          <p:nvPr/>
        </p:nvCxnSpPr>
        <p:spPr>
          <a:xfrm rot="16200000" flipH="1">
            <a:off x="5881855" y="2865664"/>
            <a:ext cx="3663172" cy="1896224"/>
          </a:xfrm>
          <a:prstGeom prst="bentConnector3">
            <a:avLst>
              <a:gd name="adj1" fmla="val 60262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9BBA8F1-78B9-D3CC-C1AF-1440420C0B8B}"/>
              </a:ext>
            </a:extLst>
          </p:cNvPr>
          <p:cNvCxnSpPr>
            <a:cxnSpLocks/>
            <a:stCxn id="116" idx="2"/>
            <a:endCxn id="126" idx="3"/>
          </p:cNvCxnSpPr>
          <p:nvPr/>
        </p:nvCxnSpPr>
        <p:spPr>
          <a:xfrm flipH="1">
            <a:off x="9413974" y="5629289"/>
            <a:ext cx="116778" cy="3383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4469BD5-DEEA-563F-2556-731729911A51}"/>
              </a:ext>
            </a:extLst>
          </p:cNvPr>
          <p:cNvSpPr/>
          <p:nvPr/>
        </p:nvSpPr>
        <p:spPr>
          <a:xfrm>
            <a:off x="9781237" y="6298731"/>
            <a:ext cx="1934892" cy="38312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63FD13A-F0A8-9776-F6A4-29FB08EFA241}"/>
              </a:ext>
            </a:extLst>
          </p:cNvPr>
          <p:cNvSpPr/>
          <p:nvPr/>
        </p:nvSpPr>
        <p:spPr>
          <a:xfrm>
            <a:off x="9514801" y="5702055"/>
            <a:ext cx="1291210" cy="4676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200" u="dashLong" dirty="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FBFCC25-DEF4-9EB8-70F3-36D14DC52893}"/>
              </a:ext>
            </a:extLst>
          </p:cNvPr>
          <p:cNvCxnSpPr>
            <a:cxnSpLocks/>
            <a:stCxn id="119" idx="5"/>
            <a:endCxn id="111" idx="0"/>
          </p:cNvCxnSpPr>
          <p:nvPr/>
        </p:nvCxnSpPr>
        <p:spPr>
          <a:xfrm>
            <a:off x="10616918" y="6101208"/>
            <a:ext cx="131765" cy="197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Diamond 122">
            <a:extLst>
              <a:ext uri="{FF2B5EF4-FFF2-40B4-BE49-F238E27FC236}">
                <a16:creationId xmlns:a16="http://schemas.microsoft.com/office/drawing/2014/main" id="{3ADCCFA7-0EE0-6898-F6B7-EF9C32D2E3E6}"/>
              </a:ext>
            </a:extLst>
          </p:cNvPr>
          <p:cNvSpPr/>
          <p:nvPr/>
        </p:nvSpPr>
        <p:spPr>
          <a:xfrm>
            <a:off x="10821982" y="5277755"/>
            <a:ext cx="1291210" cy="73665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Belongs to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6539140-B3AF-9E6F-F574-3918CD98B535}"/>
              </a:ext>
            </a:extLst>
          </p:cNvPr>
          <p:cNvCxnSpPr>
            <a:stCxn id="111" idx="0"/>
            <a:endCxn id="123" idx="2"/>
          </p:cNvCxnSpPr>
          <p:nvPr/>
        </p:nvCxnSpPr>
        <p:spPr>
          <a:xfrm flipV="1">
            <a:off x="10748683" y="6014414"/>
            <a:ext cx="718904" cy="284317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148EE9F7-2FDC-1650-EBF8-3DEF3A84453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6839598" y="1983098"/>
            <a:ext cx="3982384" cy="3662987"/>
          </a:xfrm>
          <a:prstGeom prst="bentConnector3">
            <a:avLst>
              <a:gd name="adj1" fmla="val 8159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0ADD57-4502-61E0-6C73-040E7CC50CE4}"/>
              </a:ext>
            </a:extLst>
          </p:cNvPr>
          <p:cNvSpPr/>
          <p:nvPr/>
        </p:nvSpPr>
        <p:spPr>
          <a:xfrm>
            <a:off x="9066677" y="3234160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Consumable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F498CF0-8A36-92E4-50CC-1B1EB1D42040}"/>
              </a:ext>
            </a:extLst>
          </p:cNvPr>
          <p:cNvSpPr/>
          <p:nvPr/>
        </p:nvSpPr>
        <p:spPr>
          <a:xfrm>
            <a:off x="9336014" y="2885366"/>
            <a:ext cx="796360" cy="2260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47168DE-DE62-0079-7EF2-9419FEFD0613}"/>
              </a:ext>
            </a:extLst>
          </p:cNvPr>
          <p:cNvCxnSpPr>
            <a:cxnSpLocks/>
            <a:stCxn id="167" idx="6"/>
            <a:endCxn id="164" idx="0"/>
          </p:cNvCxnSpPr>
          <p:nvPr/>
        </p:nvCxnSpPr>
        <p:spPr>
          <a:xfrm>
            <a:off x="10132374" y="2998374"/>
            <a:ext cx="165108" cy="23578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5A580E-3C02-964D-D5E2-8945ECAAEEDF}"/>
              </a:ext>
            </a:extLst>
          </p:cNvPr>
          <p:cNvSpPr/>
          <p:nvPr/>
        </p:nvSpPr>
        <p:spPr>
          <a:xfrm>
            <a:off x="9625352" y="3969106"/>
            <a:ext cx="2461610" cy="338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Supplier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595FDB4-E2D4-0A3E-A9AD-0BEC61B83BF6}"/>
              </a:ext>
            </a:extLst>
          </p:cNvPr>
          <p:cNvSpPr/>
          <p:nvPr/>
        </p:nvSpPr>
        <p:spPr>
          <a:xfrm>
            <a:off x="10455086" y="4517669"/>
            <a:ext cx="954472" cy="3353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23705F3-BA55-C090-EEDD-E1CEF5655FF4}"/>
              </a:ext>
            </a:extLst>
          </p:cNvPr>
          <p:cNvCxnSpPr>
            <a:cxnSpLocks/>
            <a:endCxn id="121" idx="2"/>
          </p:cNvCxnSpPr>
          <p:nvPr/>
        </p:nvCxnSpPr>
        <p:spPr>
          <a:xfrm flipV="1">
            <a:off x="10856157" y="4307502"/>
            <a:ext cx="0" cy="23782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Diamond 133">
            <a:extLst>
              <a:ext uri="{FF2B5EF4-FFF2-40B4-BE49-F238E27FC236}">
                <a16:creationId xmlns:a16="http://schemas.microsoft.com/office/drawing/2014/main" id="{183AD289-82A4-F351-73D5-70C2FEC8DAFB}"/>
              </a:ext>
            </a:extLst>
          </p:cNvPr>
          <p:cNvSpPr/>
          <p:nvPr/>
        </p:nvSpPr>
        <p:spPr>
          <a:xfrm>
            <a:off x="11126244" y="2196727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supplies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80A001A-A7F9-11AF-EB11-98074B8B84C0}"/>
              </a:ext>
            </a:extLst>
          </p:cNvPr>
          <p:cNvCxnSpPr>
            <a:cxnSpLocks/>
            <a:stCxn id="134" idx="1"/>
          </p:cNvCxnSpPr>
          <p:nvPr/>
        </p:nvCxnSpPr>
        <p:spPr>
          <a:xfrm rot="10800000" flipV="1">
            <a:off x="10293408" y="2567126"/>
            <a:ext cx="832836" cy="660245"/>
          </a:xfrm>
          <a:prstGeom prst="bentConnector3">
            <a:avLst>
              <a:gd name="adj1" fmla="val -1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BA5C1C5-0E1D-E748-C69D-F4C883C131BB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10658883" y="1080230"/>
            <a:ext cx="710387" cy="1267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40B57C9-47B5-5F4D-9F92-61D4D54B450D}"/>
              </a:ext>
            </a:extLst>
          </p:cNvPr>
          <p:cNvCxnSpPr>
            <a:cxnSpLocks/>
            <a:stCxn id="134" idx="2"/>
            <a:endCxn id="121" idx="0"/>
          </p:cNvCxnSpPr>
          <p:nvPr/>
        </p:nvCxnSpPr>
        <p:spPr>
          <a:xfrm rot="5400000">
            <a:off x="10715130" y="3078553"/>
            <a:ext cx="1031580" cy="749526"/>
          </a:xfrm>
          <a:prstGeom prst="bentConnector3">
            <a:avLst>
              <a:gd name="adj1" fmla="val 7757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Diamond 121">
            <a:extLst>
              <a:ext uri="{FF2B5EF4-FFF2-40B4-BE49-F238E27FC236}">
                <a16:creationId xmlns:a16="http://schemas.microsoft.com/office/drawing/2014/main" id="{7FEBB296-8C60-271D-19F5-64E9A6652522}"/>
              </a:ext>
            </a:extLst>
          </p:cNvPr>
          <p:cNvSpPr/>
          <p:nvPr/>
        </p:nvSpPr>
        <p:spPr>
          <a:xfrm>
            <a:off x="11097467" y="1305353"/>
            <a:ext cx="958878" cy="74079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dirty="0"/>
              <a:t>stores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CBF0122-5928-C7FE-35DD-BFFEBE2C89FF}"/>
              </a:ext>
            </a:extLst>
          </p:cNvPr>
          <p:cNvCxnSpPr>
            <a:cxnSpLocks/>
            <a:stCxn id="59" idx="2"/>
            <a:endCxn id="122" idx="0"/>
          </p:cNvCxnSpPr>
          <p:nvPr/>
        </p:nvCxnSpPr>
        <p:spPr>
          <a:xfrm>
            <a:off x="10658883" y="1080230"/>
            <a:ext cx="918023" cy="225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94CF3FD-C606-1210-6E76-E77B2317E9C5}"/>
              </a:ext>
            </a:extLst>
          </p:cNvPr>
          <p:cNvCxnSpPr>
            <a:cxnSpLocks/>
            <a:stCxn id="164" idx="0"/>
            <a:endCxn id="122" idx="1"/>
          </p:cNvCxnSpPr>
          <p:nvPr/>
        </p:nvCxnSpPr>
        <p:spPr>
          <a:xfrm rot="5400000" flipH="1" flipV="1">
            <a:off x="9918271" y="2054965"/>
            <a:ext cx="1558407" cy="799985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5E6319D7-DBD3-B1F7-B518-CB106DEF774F}"/>
              </a:ext>
            </a:extLst>
          </p:cNvPr>
          <p:cNvCxnSpPr>
            <a:cxnSpLocks/>
            <a:stCxn id="68" idx="3"/>
            <a:endCxn id="58" idx="2"/>
          </p:cNvCxnSpPr>
          <p:nvPr/>
        </p:nvCxnSpPr>
        <p:spPr>
          <a:xfrm flipV="1">
            <a:off x="5910485" y="2496018"/>
            <a:ext cx="3011294" cy="3650211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9E64DC0-9093-58ED-7CE1-BDCA7CCAF4AD}"/>
              </a:ext>
            </a:extLst>
          </p:cNvPr>
          <p:cNvSpPr/>
          <p:nvPr/>
        </p:nvSpPr>
        <p:spPr>
          <a:xfrm>
            <a:off x="9013684" y="611989"/>
            <a:ext cx="2936716" cy="3014875"/>
          </a:xfrm>
          <a:prstGeom prst="rect">
            <a:avLst/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E396B1A7-9229-D404-C5B5-6979B084F199}"/>
              </a:ext>
            </a:extLst>
          </p:cNvPr>
          <p:cNvSpPr/>
          <p:nvPr/>
        </p:nvSpPr>
        <p:spPr>
          <a:xfrm>
            <a:off x="5735291" y="5052568"/>
            <a:ext cx="1416616" cy="54720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monitors</a:t>
            </a:r>
          </a:p>
        </p:txBody>
      </p: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84C09E26-62CC-4DC5-22EB-92AAE061B187}"/>
              </a:ext>
            </a:extLst>
          </p:cNvPr>
          <p:cNvCxnSpPr>
            <a:stCxn id="37" idx="2"/>
            <a:endCxn id="165" idx="1"/>
          </p:cNvCxnSpPr>
          <p:nvPr/>
        </p:nvCxnSpPr>
        <p:spPr>
          <a:xfrm rot="5400000" flipH="1" flipV="1">
            <a:off x="3084328" y="2697197"/>
            <a:ext cx="21987" cy="5279938"/>
          </a:xfrm>
          <a:prstGeom prst="bentConnector4">
            <a:avLst>
              <a:gd name="adj1" fmla="val -1409387"/>
              <a:gd name="adj2" fmla="val 76966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CD026F8-C3A1-1D88-05CD-CC027C9558DD}"/>
              </a:ext>
            </a:extLst>
          </p:cNvPr>
          <p:cNvCxnSpPr>
            <a:cxnSpLocks/>
            <a:stCxn id="173" idx="4"/>
            <a:endCxn id="165" idx="0"/>
          </p:cNvCxnSpPr>
          <p:nvPr/>
        </p:nvCxnSpPr>
        <p:spPr>
          <a:xfrm flipH="1">
            <a:off x="6443599" y="4667427"/>
            <a:ext cx="442559" cy="38514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8B727E87-3C1C-849A-2042-711E8938942E}"/>
              </a:ext>
            </a:extLst>
          </p:cNvPr>
          <p:cNvSpPr/>
          <p:nvPr/>
        </p:nvSpPr>
        <p:spPr>
          <a:xfrm>
            <a:off x="6464343" y="4314318"/>
            <a:ext cx="843629" cy="353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b="1" u="sng" dirty="0">
                <a:solidFill>
                  <a:schemeClr val="tx1"/>
                </a:solidFill>
              </a:rPr>
              <a:t>Start date</a:t>
            </a:r>
          </a:p>
        </p:txBody>
      </p: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8CE3738E-0F46-BBE5-ABA6-D2AA2EC27230}"/>
              </a:ext>
            </a:extLst>
          </p:cNvPr>
          <p:cNvCxnSpPr>
            <a:endCxn id="165" idx="3"/>
          </p:cNvCxnSpPr>
          <p:nvPr/>
        </p:nvCxnSpPr>
        <p:spPr>
          <a:xfrm rot="10800000" flipV="1">
            <a:off x="7151908" y="3615658"/>
            <a:ext cx="2516241" cy="1710513"/>
          </a:xfrm>
          <a:prstGeom prst="bentConnector3">
            <a:avLst>
              <a:gd name="adj1" fmla="val 20524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Diamond 130">
            <a:extLst>
              <a:ext uri="{FF2B5EF4-FFF2-40B4-BE49-F238E27FC236}">
                <a16:creationId xmlns:a16="http://schemas.microsoft.com/office/drawing/2014/main" id="{BFEA78B3-6666-1065-F590-B0F9F6763FCD}"/>
              </a:ext>
            </a:extLst>
          </p:cNvPr>
          <p:cNvSpPr/>
          <p:nvPr/>
        </p:nvSpPr>
        <p:spPr>
          <a:xfrm>
            <a:off x="7611699" y="2805970"/>
            <a:ext cx="1296248" cy="429634"/>
          </a:xfrm>
          <a:prstGeom prst="diamond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consumes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C7323CF-A829-078E-F54C-880BB09805B5}"/>
              </a:ext>
            </a:extLst>
          </p:cNvPr>
          <p:cNvCxnSpPr>
            <a:cxnSpLocks/>
            <a:stCxn id="131" idx="2"/>
            <a:endCxn id="38" idx="0"/>
          </p:cNvCxnSpPr>
          <p:nvPr/>
        </p:nvCxnSpPr>
        <p:spPr>
          <a:xfrm>
            <a:off x="8259823" y="3235604"/>
            <a:ext cx="473594" cy="49942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01E89F1C-2C27-D520-676D-872D4500570B}"/>
              </a:ext>
            </a:extLst>
          </p:cNvPr>
          <p:cNvCxnSpPr>
            <a:cxnSpLocks/>
            <a:stCxn id="131" idx="3"/>
            <a:endCxn id="164" idx="0"/>
          </p:cNvCxnSpPr>
          <p:nvPr/>
        </p:nvCxnSpPr>
        <p:spPr>
          <a:xfrm>
            <a:off x="8907947" y="3020787"/>
            <a:ext cx="1389535" cy="21337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8272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480F9-7105-EC44-99EE-F2728A41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49" y="2861187"/>
            <a:ext cx="5061155" cy="353500"/>
          </a:xfrm>
        </p:spPr>
        <p:txBody>
          <a:bodyPr>
            <a:normAutofit fontScale="90000"/>
          </a:bodyPr>
          <a:lstStyle/>
          <a:p>
            <a:r>
              <a:rPr lang="fr-MA" sz="1800" b="1" dirty="0">
                <a:solidFill>
                  <a:schemeClr val="accent1">
                    <a:lumMod val="75000"/>
                  </a:schemeClr>
                </a:solidFill>
              </a:rPr>
              <a:t>Final </a:t>
            </a:r>
            <a:r>
              <a:rPr lang="fr-MA" sz="1800" b="1" dirty="0" err="1">
                <a:solidFill>
                  <a:schemeClr val="accent1">
                    <a:lumMod val="75000"/>
                  </a:schemeClr>
                </a:solidFill>
              </a:rPr>
              <a:t>product</a:t>
            </a:r>
            <a:r>
              <a:rPr lang="fr-MA" sz="1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MA" sz="1800" b="1" dirty="0" err="1">
                <a:solidFill>
                  <a:schemeClr val="accent1">
                    <a:lumMod val="75000"/>
                  </a:schemeClr>
                </a:solidFill>
              </a:rPr>
              <a:t>after</a:t>
            </a:r>
            <a:r>
              <a:rPr lang="fr-MA" sz="1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MA" sz="1800" b="1" dirty="0" err="1">
                <a:solidFill>
                  <a:schemeClr val="accent1">
                    <a:lumMod val="75000"/>
                  </a:schemeClr>
                </a:solidFill>
              </a:rPr>
              <a:t>some</a:t>
            </a:r>
            <a:r>
              <a:rPr lang="fr-MA" sz="1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MA" sz="1800" b="1" dirty="0" err="1">
                <a:solidFill>
                  <a:schemeClr val="accent1">
                    <a:lumMod val="75000"/>
                  </a:schemeClr>
                </a:solidFill>
              </a:rPr>
              <a:t>refactoring</a:t>
            </a:r>
            <a:r>
              <a:rPr lang="fr-MA" sz="18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fr-MA" sz="1800" b="1" dirty="0" err="1">
                <a:solidFill>
                  <a:schemeClr val="accent1">
                    <a:lumMod val="75000"/>
                  </a:schemeClr>
                </a:solidFill>
              </a:rPr>
              <a:t>cleaning</a:t>
            </a:r>
            <a:r>
              <a:rPr lang="fr-MA" sz="1800" b="1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fr-MA" sz="1800" b="1" dirty="0" err="1">
                <a:solidFill>
                  <a:schemeClr val="accent1">
                    <a:lumMod val="75000"/>
                  </a:schemeClr>
                </a:solidFill>
              </a:rPr>
              <a:t>organizing</a:t>
            </a:r>
            <a:r>
              <a:rPr lang="fr-MA" sz="1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MA" sz="1800" b="1" dirty="0" err="1">
                <a:solidFill>
                  <a:schemeClr val="accent1">
                    <a:lumMod val="75000"/>
                  </a:schemeClr>
                </a:solidFill>
              </a:rPr>
              <a:t>using</a:t>
            </a:r>
            <a:r>
              <a:rPr lang="fr-MA" sz="1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MA" sz="1800" b="1" dirty="0" err="1">
                <a:solidFill>
                  <a:schemeClr val="accent1">
                    <a:lumMod val="75000"/>
                  </a:schemeClr>
                </a:solidFill>
              </a:rPr>
              <a:t>exterior</a:t>
            </a:r>
            <a:r>
              <a:rPr lang="fr-MA" sz="1800" b="1" dirty="0">
                <a:solidFill>
                  <a:schemeClr val="accent1">
                    <a:lumMod val="75000"/>
                  </a:schemeClr>
                </a:solidFill>
              </a:rPr>
              <a:t> softwares.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E5B5C-9136-BCCE-53E9-2E86A3C4F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69" y="0"/>
            <a:ext cx="8849032" cy="686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23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9A43EC-2528-D489-3C4F-FBC21658C057}"/>
              </a:ext>
            </a:extLst>
          </p:cNvPr>
          <p:cNvSpPr/>
          <p:nvPr/>
        </p:nvSpPr>
        <p:spPr>
          <a:xfrm>
            <a:off x="2735780" y="2166359"/>
            <a:ext cx="6720439" cy="2240146"/>
          </a:xfrm>
          <a:custGeom>
            <a:avLst/>
            <a:gdLst>
              <a:gd name="connsiteX0" fmla="*/ 0 w 6720439"/>
              <a:gd name="connsiteY0" fmla="*/ 0 h 2240146"/>
              <a:gd name="connsiteX1" fmla="*/ 806453 w 6720439"/>
              <a:gd name="connsiteY1" fmla="*/ 0 h 2240146"/>
              <a:gd name="connsiteX2" fmla="*/ 1276883 w 6720439"/>
              <a:gd name="connsiteY2" fmla="*/ 0 h 2240146"/>
              <a:gd name="connsiteX3" fmla="*/ 1948927 w 6720439"/>
              <a:gd name="connsiteY3" fmla="*/ 0 h 2240146"/>
              <a:gd name="connsiteX4" fmla="*/ 2755380 w 6720439"/>
              <a:gd name="connsiteY4" fmla="*/ 0 h 2240146"/>
              <a:gd name="connsiteX5" fmla="*/ 3494628 w 6720439"/>
              <a:gd name="connsiteY5" fmla="*/ 0 h 2240146"/>
              <a:gd name="connsiteX6" fmla="*/ 4099468 w 6720439"/>
              <a:gd name="connsiteY6" fmla="*/ 0 h 2240146"/>
              <a:gd name="connsiteX7" fmla="*/ 4569899 w 6720439"/>
              <a:gd name="connsiteY7" fmla="*/ 0 h 2240146"/>
              <a:gd name="connsiteX8" fmla="*/ 5107534 w 6720439"/>
              <a:gd name="connsiteY8" fmla="*/ 0 h 2240146"/>
              <a:gd name="connsiteX9" fmla="*/ 5846782 w 6720439"/>
              <a:gd name="connsiteY9" fmla="*/ 0 h 2240146"/>
              <a:gd name="connsiteX10" fmla="*/ 6720439 w 6720439"/>
              <a:gd name="connsiteY10" fmla="*/ 0 h 2240146"/>
              <a:gd name="connsiteX11" fmla="*/ 6720439 w 6720439"/>
              <a:gd name="connsiteY11" fmla="*/ 604839 h 2240146"/>
              <a:gd name="connsiteX12" fmla="*/ 6720439 w 6720439"/>
              <a:gd name="connsiteY12" fmla="*/ 1187277 h 2240146"/>
              <a:gd name="connsiteX13" fmla="*/ 6720439 w 6720439"/>
              <a:gd name="connsiteY13" fmla="*/ 1724912 h 2240146"/>
              <a:gd name="connsiteX14" fmla="*/ 6720439 w 6720439"/>
              <a:gd name="connsiteY14" fmla="*/ 2240146 h 2240146"/>
              <a:gd name="connsiteX15" fmla="*/ 5981191 w 6720439"/>
              <a:gd name="connsiteY15" fmla="*/ 2240146 h 2240146"/>
              <a:gd name="connsiteX16" fmla="*/ 5510760 w 6720439"/>
              <a:gd name="connsiteY16" fmla="*/ 2240146 h 2240146"/>
              <a:gd name="connsiteX17" fmla="*/ 4704307 w 6720439"/>
              <a:gd name="connsiteY17" fmla="*/ 2240146 h 2240146"/>
              <a:gd name="connsiteX18" fmla="*/ 4032263 w 6720439"/>
              <a:gd name="connsiteY18" fmla="*/ 2240146 h 2240146"/>
              <a:gd name="connsiteX19" fmla="*/ 3293015 w 6720439"/>
              <a:gd name="connsiteY19" fmla="*/ 2240146 h 2240146"/>
              <a:gd name="connsiteX20" fmla="*/ 2620971 w 6720439"/>
              <a:gd name="connsiteY20" fmla="*/ 2240146 h 2240146"/>
              <a:gd name="connsiteX21" fmla="*/ 1814519 w 6720439"/>
              <a:gd name="connsiteY21" fmla="*/ 2240146 h 2240146"/>
              <a:gd name="connsiteX22" fmla="*/ 1209679 w 6720439"/>
              <a:gd name="connsiteY22" fmla="*/ 2240146 h 2240146"/>
              <a:gd name="connsiteX23" fmla="*/ 672044 w 6720439"/>
              <a:gd name="connsiteY23" fmla="*/ 2240146 h 2240146"/>
              <a:gd name="connsiteX24" fmla="*/ 0 w 6720439"/>
              <a:gd name="connsiteY24" fmla="*/ 2240146 h 2240146"/>
              <a:gd name="connsiteX25" fmla="*/ 0 w 6720439"/>
              <a:gd name="connsiteY25" fmla="*/ 1702511 h 2240146"/>
              <a:gd name="connsiteX26" fmla="*/ 0 w 6720439"/>
              <a:gd name="connsiteY26" fmla="*/ 1164876 h 2240146"/>
              <a:gd name="connsiteX27" fmla="*/ 0 w 6720439"/>
              <a:gd name="connsiteY27" fmla="*/ 649642 h 2240146"/>
              <a:gd name="connsiteX28" fmla="*/ 0 w 6720439"/>
              <a:gd name="connsiteY28" fmla="*/ 0 h 224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720439" h="2240146" fill="none" extrusionOk="0">
                <a:moveTo>
                  <a:pt x="0" y="0"/>
                </a:moveTo>
                <a:cubicBezTo>
                  <a:pt x="221380" y="-26184"/>
                  <a:pt x="592817" y="-7767"/>
                  <a:pt x="806453" y="0"/>
                </a:cubicBezTo>
                <a:cubicBezTo>
                  <a:pt x="1020089" y="7767"/>
                  <a:pt x="1052316" y="16088"/>
                  <a:pt x="1276883" y="0"/>
                </a:cubicBezTo>
                <a:cubicBezTo>
                  <a:pt x="1501450" y="-16088"/>
                  <a:pt x="1630711" y="22515"/>
                  <a:pt x="1948927" y="0"/>
                </a:cubicBezTo>
                <a:cubicBezTo>
                  <a:pt x="2267143" y="-22515"/>
                  <a:pt x="2428311" y="713"/>
                  <a:pt x="2755380" y="0"/>
                </a:cubicBezTo>
                <a:cubicBezTo>
                  <a:pt x="3082449" y="-713"/>
                  <a:pt x="3271236" y="29830"/>
                  <a:pt x="3494628" y="0"/>
                </a:cubicBezTo>
                <a:cubicBezTo>
                  <a:pt x="3718020" y="-29830"/>
                  <a:pt x="3810926" y="-25680"/>
                  <a:pt x="4099468" y="0"/>
                </a:cubicBezTo>
                <a:cubicBezTo>
                  <a:pt x="4388010" y="25680"/>
                  <a:pt x="4357516" y="4404"/>
                  <a:pt x="4569899" y="0"/>
                </a:cubicBezTo>
                <a:cubicBezTo>
                  <a:pt x="4782282" y="-4404"/>
                  <a:pt x="4932210" y="-16738"/>
                  <a:pt x="5107534" y="0"/>
                </a:cubicBezTo>
                <a:cubicBezTo>
                  <a:pt x="5282858" y="16738"/>
                  <a:pt x="5518970" y="-29623"/>
                  <a:pt x="5846782" y="0"/>
                </a:cubicBezTo>
                <a:cubicBezTo>
                  <a:pt x="6174594" y="29623"/>
                  <a:pt x="6380403" y="29293"/>
                  <a:pt x="6720439" y="0"/>
                </a:cubicBezTo>
                <a:cubicBezTo>
                  <a:pt x="6720678" y="218968"/>
                  <a:pt x="6732817" y="430810"/>
                  <a:pt x="6720439" y="604839"/>
                </a:cubicBezTo>
                <a:cubicBezTo>
                  <a:pt x="6708061" y="778868"/>
                  <a:pt x="6747412" y="1044464"/>
                  <a:pt x="6720439" y="1187277"/>
                </a:cubicBezTo>
                <a:cubicBezTo>
                  <a:pt x="6693466" y="1330090"/>
                  <a:pt x="6694337" y="1534839"/>
                  <a:pt x="6720439" y="1724912"/>
                </a:cubicBezTo>
                <a:cubicBezTo>
                  <a:pt x="6746541" y="1914986"/>
                  <a:pt x="6729842" y="2003656"/>
                  <a:pt x="6720439" y="2240146"/>
                </a:cubicBezTo>
                <a:cubicBezTo>
                  <a:pt x="6545947" y="2209784"/>
                  <a:pt x="6266714" y="2250836"/>
                  <a:pt x="5981191" y="2240146"/>
                </a:cubicBezTo>
                <a:cubicBezTo>
                  <a:pt x="5695668" y="2229456"/>
                  <a:pt x="5642531" y="2218586"/>
                  <a:pt x="5510760" y="2240146"/>
                </a:cubicBezTo>
                <a:cubicBezTo>
                  <a:pt x="5378989" y="2261706"/>
                  <a:pt x="5029430" y="2278463"/>
                  <a:pt x="4704307" y="2240146"/>
                </a:cubicBezTo>
                <a:cubicBezTo>
                  <a:pt x="4379184" y="2201829"/>
                  <a:pt x="4274224" y="2246112"/>
                  <a:pt x="4032263" y="2240146"/>
                </a:cubicBezTo>
                <a:cubicBezTo>
                  <a:pt x="3790302" y="2234180"/>
                  <a:pt x="3555066" y="2234456"/>
                  <a:pt x="3293015" y="2240146"/>
                </a:cubicBezTo>
                <a:cubicBezTo>
                  <a:pt x="3030964" y="2245836"/>
                  <a:pt x="2908719" y="2240531"/>
                  <a:pt x="2620971" y="2240146"/>
                </a:cubicBezTo>
                <a:cubicBezTo>
                  <a:pt x="2333223" y="2239761"/>
                  <a:pt x="2190420" y="2240115"/>
                  <a:pt x="1814519" y="2240146"/>
                </a:cubicBezTo>
                <a:cubicBezTo>
                  <a:pt x="1438618" y="2240177"/>
                  <a:pt x="1366448" y="2264367"/>
                  <a:pt x="1209679" y="2240146"/>
                </a:cubicBezTo>
                <a:cubicBezTo>
                  <a:pt x="1052910" y="2215925"/>
                  <a:pt x="818208" y="2234990"/>
                  <a:pt x="672044" y="2240146"/>
                </a:cubicBezTo>
                <a:cubicBezTo>
                  <a:pt x="525881" y="2245302"/>
                  <a:pt x="159560" y="2246844"/>
                  <a:pt x="0" y="2240146"/>
                </a:cubicBezTo>
                <a:cubicBezTo>
                  <a:pt x="11772" y="2129211"/>
                  <a:pt x="17959" y="1812483"/>
                  <a:pt x="0" y="1702511"/>
                </a:cubicBezTo>
                <a:cubicBezTo>
                  <a:pt x="-17959" y="1592540"/>
                  <a:pt x="2606" y="1306730"/>
                  <a:pt x="0" y="1164876"/>
                </a:cubicBezTo>
                <a:cubicBezTo>
                  <a:pt x="-2606" y="1023023"/>
                  <a:pt x="-23679" y="773273"/>
                  <a:pt x="0" y="649642"/>
                </a:cubicBezTo>
                <a:cubicBezTo>
                  <a:pt x="23679" y="526011"/>
                  <a:pt x="-10729" y="181920"/>
                  <a:pt x="0" y="0"/>
                </a:cubicBezTo>
                <a:close/>
              </a:path>
              <a:path w="6720439" h="2240146" stroke="0" extrusionOk="0">
                <a:moveTo>
                  <a:pt x="0" y="0"/>
                </a:moveTo>
                <a:cubicBezTo>
                  <a:pt x="203217" y="33340"/>
                  <a:pt x="421770" y="16574"/>
                  <a:pt x="672044" y="0"/>
                </a:cubicBezTo>
                <a:cubicBezTo>
                  <a:pt x="922318" y="-16574"/>
                  <a:pt x="957233" y="-18673"/>
                  <a:pt x="1142475" y="0"/>
                </a:cubicBezTo>
                <a:cubicBezTo>
                  <a:pt x="1327717" y="18673"/>
                  <a:pt x="1636872" y="110"/>
                  <a:pt x="1948927" y="0"/>
                </a:cubicBezTo>
                <a:cubicBezTo>
                  <a:pt x="2260982" y="-110"/>
                  <a:pt x="2339121" y="15850"/>
                  <a:pt x="2688176" y="0"/>
                </a:cubicBezTo>
                <a:cubicBezTo>
                  <a:pt x="3037231" y="-15850"/>
                  <a:pt x="3144791" y="1420"/>
                  <a:pt x="3293015" y="0"/>
                </a:cubicBezTo>
                <a:cubicBezTo>
                  <a:pt x="3441239" y="-1420"/>
                  <a:pt x="3679415" y="-12365"/>
                  <a:pt x="3830650" y="0"/>
                </a:cubicBezTo>
                <a:cubicBezTo>
                  <a:pt x="3981885" y="12365"/>
                  <a:pt x="4242821" y="-11990"/>
                  <a:pt x="4435490" y="0"/>
                </a:cubicBezTo>
                <a:cubicBezTo>
                  <a:pt x="4628159" y="11990"/>
                  <a:pt x="4945075" y="-35983"/>
                  <a:pt x="5174738" y="0"/>
                </a:cubicBezTo>
                <a:cubicBezTo>
                  <a:pt x="5404401" y="35983"/>
                  <a:pt x="5558886" y="-11137"/>
                  <a:pt x="5846782" y="0"/>
                </a:cubicBezTo>
                <a:cubicBezTo>
                  <a:pt x="6134678" y="11137"/>
                  <a:pt x="6480923" y="21280"/>
                  <a:pt x="6720439" y="0"/>
                </a:cubicBezTo>
                <a:cubicBezTo>
                  <a:pt x="6702551" y="278191"/>
                  <a:pt x="6711674" y="346381"/>
                  <a:pt x="6720439" y="582438"/>
                </a:cubicBezTo>
                <a:cubicBezTo>
                  <a:pt x="6729204" y="818495"/>
                  <a:pt x="6735642" y="903118"/>
                  <a:pt x="6720439" y="1120073"/>
                </a:cubicBezTo>
                <a:cubicBezTo>
                  <a:pt x="6705236" y="1337029"/>
                  <a:pt x="6721917" y="1443118"/>
                  <a:pt x="6720439" y="1635307"/>
                </a:cubicBezTo>
                <a:cubicBezTo>
                  <a:pt x="6718961" y="1827496"/>
                  <a:pt x="6697103" y="2052512"/>
                  <a:pt x="6720439" y="2240146"/>
                </a:cubicBezTo>
                <a:cubicBezTo>
                  <a:pt x="6613558" y="2224502"/>
                  <a:pt x="6421194" y="2223792"/>
                  <a:pt x="6250008" y="2240146"/>
                </a:cubicBezTo>
                <a:cubicBezTo>
                  <a:pt x="6078822" y="2256500"/>
                  <a:pt x="5785036" y="2261148"/>
                  <a:pt x="5510760" y="2240146"/>
                </a:cubicBezTo>
                <a:cubicBezTo>
                  <a:pt x="5236484" y="2219144"/>
                  <a:pt x="5132763" y="2263196"/>
                  <a:pt x="4771512" y="2240146"/>
                </a:cubicBezTo>
                <a:cubicBezTo>
                  <a:pt x="4410261" y="2217096"/>
                  <a:pt x="4217264" y="2213812"/>
                  <a:pt x="3965059" y="2240146"/>
                </a:cubicBezTo>
                <a:cubicBezTo>
                  <a:pt x="3712854" y="2266480"/>
                  <a:pt x="3589707" y="2209951"/>
                  <a:pt x="3360220" y="2240146"/>
                </a:cubicBezTo>
                <a:cubicBezTo>
                  <a:pt x="3130733" y="2270341"/>
                  <a:pt x="2880069" y="2246037"/>
                  <a:pt x="2755380" y="2240146"/>
                </a:cubicBezTo>
                <a:cubicBezTo>
                  <a:pt x="2630691" y="2234255"/>
                  <a:pt x="2311900" y="2216439"/>
                  <a:pt x="1948927" y="2240146"/>
                </a:cubicBezTo>
                <a:cubicBezTo>
                  <a:pt x="1585954" y="2263853"/>
                  <a:pt x="1556620" y="2220600"/>
                  <a:pt x="1209679" y="2240146"/>
                </a:cubicBezTo>
                <a:cubicBezTo>
                  <a:pt x="862738" y="2259692"/>
                  <a:pt x="460474" y="2184320"/>
                  <a:pt x="0" y="2240146"/>
                </a:cubicBezTo>
                <a:cubicBezTo>
                  <a:pt x="-19448" y="1947720"/>
                  <a:pt x="-28878" y="1929636"/>
                  <a:pt x="0" y="1635307"/>
                </a:cubicBezTo>
                <a:cubicBezTo>
                  <a:pt x="28878" y="1340978"/>
                  <a:pt x="-7862" y="1222083"/>
                  <a:pt x="0" y="1075270"/>
                </a:cubicBezTo>
                <a:cubicBezTo>
                  <a:pt x="7862" y="928457"/>
                  <a:pt x="1011" y="29475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552242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cs typeface="Angsana New"/>
              </a:rPr>
              <a:t>The next slides have more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cs typeface="Angsana New"/>
              </a:rPr>
              <a:t>details about relationship sets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cs typeface="Angsana New"/>
              </a:rPr>
              <a:t> and their attributes.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5977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3834882" y="2388637"/>
            <a:ext cx="3526971" cy="104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stCxn id="10" idx="5"/>
          </p:cNvCxnSpPr>
          <p:nvPr/>
        </p:nvCxnSpPr>
        <p:spPr>
          <a:xfrm>
            <a:off x="3235023" y="1473687"/>
            <a:ext cx="599859" cy="914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F7926AC-89FB-0A11-8833-272E38A94AD9}"/>
              </a:ext>
            </a:extLst>
          </p:cNvPr>
          <p:cNvSpPr/>
          <p:nvPr/>
        </p:nvSpPr>
        <p:spPr>
          <a:xfrm>
            <a:off x="3834882" y="643538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solidFill>
                  <a:schemeClr val="tx1"/>
                </a:solidFill>
              </a:rPr>
              <a:t>First </a:t>
            </a:r>
            <a:r>
              <a:rPr lang="fr-MA" sz="1400" err="1">
                <a:solidFill>
                  <a:schemeClr val="tx1"/>
                </a:solidFill>
              </a:rPr>
              <a:t>name</a:t>
            </a:r>
            <a:endParaRPr lang="fr-MA" sz="140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037C4-D53E-B2D1-E447-70974D5284E9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4643125" y="1539276"/>
            <a:ext cx="124818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38C56DE-7246-0C53-29BC-E4BEA0B1B11A}"/>
              </a:ext>
            </a:extLst>
          </p:cNvPr>
          <p:cNvSpPr/>
          <p:nvPr/>
        </p:nvSpPr>
        <p:spPr>
          <a:xfrm>
            <a:off x="5956041" y="57794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solidFill>
                  <a:schemeClr val="tx1"/>
                </a:solidFill>
              </a:rPr>
              <a:t>Last </a:t>
            </a:r>
            <a:r>
              <a:rPr lang="fr-MA" sz="1400" err="1">
                <a:solidFill>
                  <a:schemeClr val="tx1"/>
                </a:solidFill>
              </a:rPr>
              <a:t>name</a:t>
            </a:r>
            <a:endParaRPr lang="fr-MA" sz="140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AC7DC-BE67-F76E-D6D5-A37332C529D3}"/>
              </a:ext>
            </a:extLst>
          </p:cNvPr>
          <p:cNvCxnSpPr>
            <a:cxnSpLocks/>
            <a:stCxn id="15" idx="3"/>
            <a:endCxn id="9" idx="0"/>
          </p:cNvCxnSpPr>
          <p:nvPr/>
        </p:nvCxnSpPr>
        <p:spPr>
          <a:xfrm flipH="1">
            <a:off x="5598368" y="1342509"/>
            <a:ext cx="630960" cy="1046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D7FAF3-1805-8B25-B15C-324A2FCAC965}"/>
              </a:ext>
            </a:extLst>
          </p:cNvPr>
          <p:cNvSpPr/>
          <p:nvPr/>
        </p:nvSpPr>
        <p:spPr>
          <a:xfrm>
            <a:off x="8229600" y="109140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solidFill>
                  <a:schemeClr val="tx1"/>
                </a:solidFill>
              </a:rPr>
              <a:t>email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ABA6A-227F-48A6-7B83-5BF527F9362E}"/>
              </a:ext>
            </a:extLst>
          </p:cNvPr>
          <p:cNvCxnSpPr>
            <a:cxnSpLocks/>
          </p:cNvCxnSpPr>
          <p:nvPr/>
        </p:nvCxnSpPr>
        <p:spPr>
          <a:xfrm flipH="1">
            <a:off x="6661646" y="1604865"/>
            <a:ext cx="1567954" cy="78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485768F-41F8-C412-C408-F0789BE415A8}"/>
              </a:ext>
            </a:extLst>
          </p:cNvPr>
          <p:cNvSpPr/>
          <p:nvPr/>
        </p:nvSpPr>
        <p:spPr>
          <a:xfrm>
            <a:off x="8929807" y="225745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>
                <a:solidFill>
                  <a:schemeClr val="tx1"/>
                </a:solidFill>
              </a:rPr>
              <a:t>affiliation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72175D-E4F8-4E1B-B80F-0051AB93474B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61853" y="2770917"/>
            <a:ext cx="1567954" cy="137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8FD2DEB-9841-7292-1EE7-372FA4232ACE}"/>
              </a:ext>
            </a:extLst>
          </p:cNvPr>
          <p:cNvSpPr/>
          <p:nvPr/>
        </p:nvSpPr>
        <p:spPr>
          <a:xfrm>
            <a:off x="7996746" y="3764903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>
                <a:solidFill>
                  <a:schemeClr val="tx1"/>
                </a:solidFill>
              </a:rPr>
              <a:t>Start date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01C159-6EF6-D5A4-820A-FBC09AA58427}"/>
              </a:ext>
            </a:extLst>
          </p:cNvPr>
          <p:cNvCxnSpPr>
            <a:cxnSpLocks/>
          </p:cNvCxnSpPr>
          <p:nvPr/>
        </p:nvCxnSpPr>
        <p:spPr>
          <a:xfrm flipH="1" flipV="1">
            <a:off x="6661646" y="3429000"/>
            <a:ext cx="1335100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DDEDE3C-1FA1-B1BD-A4A8-AFFC6FB01317}"/>
              </a:ext>
            </a:extLst>
          </p:cNvPr>
          <p:cNvSpPr/>
          <p:nvPr/>
        </p:nvSpPr>
        <p:spPr>
          <a:xfrm>
            <a:off x="5162939" y="4212772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>
                <a:solidFill>
                  <a:schemeClr val="tx1"/>
                </a:solidFill>
              </a:rPr>
              <a:t>End date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DD51C6-EC04-283A-05AE-D8A3B67D484D}"/>
              </a:ext>
            </a:extLst>
          </p:cNvPr>
          <p:cNvCxnSpPr>
            <a:cxnSpLocks/>
            <a:stCxn id="2" idx="0"/>
            <a:endCxn id="9" idx="2"/>
          </p:cNvCxnSpPr>
          <p:nvPr/>
        </p:nvCxnSpPr>
        <p:spPr>
          <a:xfrm flipH="1" flipV="1">
            <a:off x="5598368" y="3429000"/>
            <a:ext cx="497632" cy="78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7637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0EEBD9-3CBA-097D-63E5-CABC3DCD9785}"/>
              </a:ext>
            </a:extLst>
          </p:cNvPr>
          <p:cNvSpPr/>
          <p:nvPr/>
        </p:nvSpPr>
        <p:spPr>
          <a:xfrm>
            <a:off x="3834882" y="2388637"/>
            <a:ext cx="3526971" cy="104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8DC077-F942-E6A5-8D15-412B07FA5756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solidFill>
                  <a:schemeClr val="tx1"/>
                </a:solidFill>
              </a:rPr>
              <a:t>Academic program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4CA780-1877-50FB-E690-AF32BEB89EAF}"/>
              </a:ext>
            </a:extLst>
          </p:cNvPr>
          <p:cNvCxnSpPr>
            <a:cxnSpLocks/>
            <a:stCxn id="7" idx="5"/>
            <a:endCxn id="4" idx="0"/>
          </p:cNvCxnSpPr>
          <p:nvPr/>
        </p:nvCxnSpPr>
        <p:spPr>
          <a:xfrm>
            <a:off x="3235023" y="1473687"/>
            <a:ext cx="2363345" cy="914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1174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0EEBD9-3CBA-097D-63E5-CABC3DCD9785}"/>
              </a:ext>
            </a:extLst>
          </p:cNvPr>
          <p:cNvSpPr/>
          <p:nvPr/>
        </p:nvSpPr>
        <p:spPr>
          <a:xfrm>
            <a:off x="3834882" y="2388637"/>
            <a:ext cx="3526971" cy="104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</a:t>
            </a:r>
            <a:endParaRPr lang="fr-M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8DC077-F942-E6A5-8D15-412B07FA5756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solidFill>
                  <a:schemeClr val="tx1"/>
                </a:solidFill>
              </a:rPr>
              <a:t>Office </a:t>
            </a:r>
            <a:r>
              <a:rPr lang="fr-MA" err="1">
                <a:solidFill>
                  <a:schemeClr val="tx1"/>
                </a:solidFill>
              </a:rPr>
              <a:t>space</a:t>
            </a:r>
            <a:endParaRPr lang="fr-MA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4CA780-1877-50FB-E690-AF32BEB89EAF}"/>
              </a:ext>
            </a:extLst>
          </p:cNvPr>
          <p:cNvCxnSpPr>
            <a:cxnSpLocks/>
            <a:stCxn id="7" idx="5"/>
            <a:endCxn id="4" idx="0"/>
          </p:cNvCxnSpPr>
          <p:nvPr/>
        </p:nvCxnSpPr>
        <p:spPr>
          <a:xfrm>
            <a:off x="3235023" y="1473687"/>
            <a:ext cx="2363345" cy="914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37D73CD-F994-B979-BA17-513B393D51D8}"/>
              </a:ext>
            </a:extLst>
          </p:cNvPr>
          <p:cNvSpPr/>
          <p:nvPr/>
        </p:nvSpPr>
        <p:spPr>
          <a:xfrm>
            <a:off x="5325080" y="452536"/>
            <a:ext cx="2363345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solidFill>
                  <a:schemeClr val="tx1"/>
                </a:solidFill>
              </a:rPr>
              <a:t>Institutional</a:t>
            </a:r>
            <a:r>
              <a:rPr lang="fr-MA">
                <a:solidFill>
                  <a:schemeClr val="tx1"/>
                </a:solidFill>
              </a:rPr>
              <a:t> phone </a:t>
            </a:r>
            <a:r>
              <a:rPr lang="fr-MA" err="1">
                <a:solidFill>
                  <a:schemeClr val="tx1"/>
                </a:solidFill>
              </a:rPr>
              <a:t>number</a:t>
            </a:r>
            <a:endParaRPr lang="fr-MA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64FD64-AECC-EF4A-26D0-3971AC8C4BE3}"/>
              </a:ext>
            </a:extLst>
          </p:cNvPr>
          <p:cNvCxnSpPr>
            <a:cxnSpLocks/>
            <a:stCxn id="2" idx="5"/>
          </p:cNvCxnSpPr>
          <p:nvPr/>
        </p:nvCxnSpPr>
        <p:spPr>
          <a:xfrm flipH="1">
            <a:off x="6018245" y="1217096"/>
            <a:ext cx="1324076" cy="11715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4904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5BFEB-C97F-5AFD-CBCE-9998DB28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4A66ED-EDC1-C67D-DBCA-B8A1729A2D2F}"/>
              </a:ext>
            </a:extLst>
          </p:cNvPr>
          <p:cNvSpPr/>
          <p:nvPr/>
        </p:nvSpPr>
        <p:spPr>
          <a:xfrm>
            <a:off x="3532571" y="3026306"/>
            <a:ext cx="4785834" cy="1241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9AC9A-AFAC-82DF-5690-C61200EDBC0D}"/>
              </a:ext>
            </a:extLst>
          </p:cNvPr>
          <p:cNvSpPr txBox="1"/>
          <p:nvPr/>
        </p:nvSpPr>
        <p:spPr>
          <a:xfrm>
            <a:off x="4087030" y="3197538"/>
            <a:ext cx="374904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/>
              <a:t>Laboratory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CAD79C-96A8-9C77-085F-5731DF7ACFC1}"/>
              </a:ext>
            </a:extLst>
          </p:cNvPr>
          <p:cNvSpPr/>
          <p:nvPr/>
        </p:nvSpPr>
        <p:spPr>
          <a:xfrm>
            <a:off x="120925" y="1720755"/>
            <a:ext cx="2917641" cy="1221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BDB7D8-4630-64D6-361B-80330C746C6D}"/>
              </a:ext>
            </a:extLst>
          </p:cNvPr>
          <p:cNvSpPr/>
          <p:nvPr/>
        </p:nvSpPr>
        <p:spPr>
          <a:xfrm>
            <a:off x="2511236" y="534512"/>
            <a:ext cx="3066200" cy="14041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D6DC57-EFDA-1AB5-3C46-25F97230F4D5}"/>
              </a:ext>
            </a:extLst>
          </p:cNvPr>
          <p:cNvSpPr/>
          <p:nvPr/>
        </p:nvSpPr>
        <p:spPr>
          <a:xfrm>
            <a:off x="5958308" y="571311"/>
            <a:ext cx="2213133" cy="13549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B2702-B769-C36A-C058-6BB43A1040AC}"/>
              </a:ext>
            </a:extLst>
          </p:cNvPr>
          <p:cNvSpPr txBox="1"/>
          <p:nvPr/>
        </p:nvSpPr>
        <p:spPr>
          <a:xfrm>
            <a:off x="528315" y="2106461"/>
            <a:ext cx="239750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u="sng" err="1"/>
              <a:t>Laboratory_id</a:t>
            </a:r>
            <a:endParaRPr lang="en-US" sz="2400" u="s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A1DBC-00B0-0819-E2E5-241C3126FE60}"/>
              </a:ext>
            </a:extLst>
          </p:cNvPr>
          <p:cNvSpPr txBox="1"/>
          <p:nvPr/>
        </p:nvSpPr>
        <p:spPr>
          <a:xfrm>
            <a:off x="2662642" y="921829"/>
            <a:ext cx="30447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err="1"/>
              <a:t>Laboratory_name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A6EC4-A0D6-280E-9989-F4941EE6DBCD}"/>
              </a:ext>
            </a:extLst>
          </p:cNvPr>
          <p:cNvSpPr txBox="1"/>
          <p:nvPr/>
        </p:nvSpPr>
        <p:spPr>
          <a:xfrm>
            <a:off x="6107362" y="1004472"/>
            <a:ext cx="22094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/>
              <a:t>Lab_building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CE03C8-CC2B-7D7A-A714-56567475AAA3}"/>
              </a:ext>
            </a:extLst>
          </p:cNvPr>
          <p:cNvSpPr/>
          <p:nvPr/>
        </p:nvSpPr>
        <p:spPr>
          <a:xfrm>
            <a:off x="8326204" y="770545"/>
            <a:ext cx="2737491" cy="13300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F4A19-7CD7-C17A-84F9-B0ACFCA3E5C7}"/>
              </a:ext>
            </a:extLst>
          </p:cNvPr>
          <p:cNvSpPr txBox="1"/>
          <p:nvPr/>
        </p:nvSpPr>
        <p:spPr>
          <a:xfrm>
            <a:off x="8462246" y="1147206"/>
            <a:ext cx="28854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ea typeface="+mn-lt"/>
                <a:cs typeface="+mn-lt"/>
              </a:rPr>
              <a:t>Lab_room</a:t>
            </a:r>
            <a:r>
              <a:rPr lang="en-US" sz="2400">
                <a:ea typeface="+mn-lt"/>
                <a:cs typeface="+mn-lt"/>
              </a:rPr>
              <a:t> number</a:t>
            </a:r>
            <a:endParaRPr lang="en-US" err="1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AC729A-6096-BCF8-40E6-36FE9C7F3EB2}"/>
              </a:ext>
            </a:extLst>
          </p:cNvPr>
          <p:cNvSpPr/>
          <p:nvPr/>
        </p:nvSpPr>
        <p:spPr>
          <a:xfrm>
            <a:off x="8976569" y="2156015"/>
            <a:ext cx="2759669" cy="1232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5EF4CF-DA33-65C3-C9E8-BFA80F7D59F0}"/>
              </a:ext>
            </a:extLst>
          </p:cNvPr>
          <p:cNvSpPr txBox="1"/>
          <p:nvPr/>
        </p:nvSpPr>
        <p:spPr>
          <a:xfrm>
            <a:off x="9543667" y="2485096"/>
            <a:ext cx="39420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Discipline</a:t>
            </a:r>
            <a:endParaRPr lang="en-US" sz="28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DD06F89-3BCF-FA28-7C60-D6D92F6322BD}"/>
              </a:ext>
            </a:extLst>
          </p:cNvPr>
          <p:cNvCxnSpPr/>
          <p:nvPr/>
        </p:nvCxnSpPr>
        <p:spPr>
          <a:xfrm>
            <a:off x="2947626" y="2526731"/>
            <a:ext cx="837082" cy="4884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BD5ED8-D11D-706A-4A8D-F550C424D982}"/>
              </a:ext>
            </a:extLst>
          </p:cNvPr>
          <p:cNvCxnSpPr>
            <a:cxnSpLocks/>
          </p:cNvCxnSpPr>
          <p:nvPr/>
        </p:nvCxnSpPr>
        <p:spPr>
          <a:xfrm>
            <a:off x="4380186" y="1957771"/>
            <a:ext cx="705002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7A015C-60A0-9C59-5D94-D359FC25375F}"/>
              </a:ext>
            </a:extLst>
          </p:cNvPr>
          <p:cNvCxnSpPr>
            <a:cxnSpLocks/>
          </p:cNvCxnSpPr>
          <p:nvPr/>
        </p:nvCxnSpPr>
        <p:spPr>
          <a:xfrm flipH="1">
            <a:off x="5847188" y="1846011"/>
            <a:ext cx="808838" cy="117930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3BB6E4-BB1F-DBD7-146C-D5D41CEE1998}"/>
              </a:ext>
            </a:extLst>
          </p:cNvPr>
          <p:cNvCxnSpPr>
            <a:cxnSpLocks/>
          </p:cNvCxnSpPr>
          <p:nvPr/>
        </p:nvCxnSpPr>
        <p:spPr>
          <a:xfrm flipH="1">
            <a:off x="6903828" y="1957771"/>
            <a:ext cx="1885798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6BEC40-8496-5FAD-8021-623EC44335FF}"/>
              </a:ext>
            </a:extLst>
          </p:cNvPr>
          <p:cNvCxnSpPr>
            <a:cxnSpLocks/>
          </p:cNvCxnSpPr>
          <p:nvPr/>
        </p:nvCxnSpPr>
        <p:spPr>
          <a:xfrm flipH="1">
            <a:off x="8295748" y="3075371"/>
            <a:ext cx="849478" cy="32586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5ED0846-BA0B-D986-AB0D-B9A1D6C02431}"/>
              </a:ext>
            </a:extLst>
          </p:cNvPr>
          <p:cNvSpPr/>
          <p:nvPr/>
        </p:nvSpPr>
        <p:spPr>
          <a:xfrm>
            <a:off x="168258" y="3646556"/>
            <a:ext cx="2506163" cy="140009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65BD1C-BC41-29E5-C8D5-B9B46B5083B0}"/>
              </a:ext>
            </a:extLst>
          </p:cNvPr>
          <p:cNvCxnSpPr>
            <a:cxnSpLocks/>
          </p:cNvCxnSpPr>
          <p:nvPr/>
        </p:nvCxnSpPr>
        <p:spPr>
          <a:xfrm flipV="1">
            <a:off x="2531066" y="3441872"/>
            <a:ext cx="989482" cy="5682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7019C5D-8711-27EC-D556-4184CEAAA569}"/>
              </a:ext>
            </a:extLst>
          </p:cNvPr>
          <p:cNvSpPr txBox="1"/>
          <p:nvPr/>
        </p:nvSpPr>
        <p:spPr>
          <a:xfrm>
            <a:off x="403796" y="4116268"/>
            <a:ext cx="21021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Research area</a:t>
            </a:r>
          </a:p>
        </p:txBody>
      </p:sp>
    </p:spTree>
    <p:extLst>
      <p:ext uri="{BB962C8B-B14F-4D97-AF65-F5344CB8AC3E}">
        <p14:creationId xmlns:p14="http://schemas.microsoft.com/office/powerpoint/2010/main" val="37245944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46BD8-AF55-FD1C-10F1-4406DBB4D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5F922-6548-CAC0-0AA8-E1BB5F8054B0}"/>
              </a:ext>
            </a:extLst>
          </p:cNvPr>
          <p:cNvSpPr/>
          <p:nvPr/>
        </p:nvSpPr>
        <p:spPr>
          <a:xfrm>
            <a:off x="3532571" y="3026306"/>
            <a:ext cx="4785834" cy="1241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F3E72-E1A3-5B3B-656A-9DF4DE9F0E7B}"/>
              </a:ext>
            </a:extLst>
          </p:cNvPr>
          <p:cNvSpPr txBox="1"/>
          <p:nvPr/>
        </p:nvSpPr>
        <p:spPr>
          <a:xfrm>
            <a:off x="3639990" y="3228018"/>
            <a:ext cx="5334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ea typeface="+mn-lt"/>
                <a:cs typeface="+mn-lt"/>
              </a:rPr>
              <a:t>Research Project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D23632-6259-99A1-6F32-300759C42D20}"/>
              </a:ext>
            </a:extLst>
          </p:cNvPr>
          <p:cNvSpPr/>
          <p:nvPr/>
        </p:nvSpPr>
        <p:spPr>
          <a:xfrm>
            <a:off x="120925" y="1720755"/>
            <a:ext cx="2917641" cy="1221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A28D33-1A40-A5C1-8AF5-1E424256AED4}"/>
              </a:ext>
            </a:extLst>
          </p:cNvPr>
          <p:cNvSpPr/>
          <p:nvPr/>
        </p:nvSpPr>
        <p:spPr>
          <a:xfrm>
            <a:off x="2511236" y="534512"/>
            <a:ext cx="3066200" cy="14041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32292C-33AA-7A49-427A-E5FC23B5F502}"/>
              </a:ext>
            </a:extLst>
          </p:cNvPr>
          <p:cNvSpPr/>
          <p:nvPr/>
        </p:nvSpPr>
        <p:spPr>
          <a:xfrm>
            <a:off x="5958308" y="571311"/>
            <a:ext cx="2213133" cy="13549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C57FA1-90E3-3385-10D8-0F3D9A187C87}"/>
              </a:ext>
            </a:extLst>
          </p:cNvPr>
          <p:cNvSpPr txBox="1"/>
          <p:nvPr/>
        </p:nvSpPr>
        <p:spPr>
          <a:xfrm>
            <a:off x="477515" y="2106461"/>
            <a:ext cx="23975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>
                <a:ea typeface="+mn-lt"/>
                <a:cs typeface="+mn-lt"/>
              </a:rPr>
              <a:t>project code</a:t>
            </a:r>
            <a:endParaRPr lang="en-US" sz="2800" u="s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F694B-0629-F109-A1F5-27D9F71A3E45}"/>
              </a:ext>
            </a:extLst>
          </p:cNvPr>
          <p:cNvSpPr txBox="1"/>
          <p:nvPr/>
        </p:nvSpPr>
        <p:spPr>
          <a:xfrm>
            <a:off x="3373842" y="931989"/>
            <a:ext cx="4009969" cy="605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ea typeface="+mn-lt"/>
                <a:cs typeface="+mn-lt"/>
              </a:rPr>
              <a:t>Title</a:t>
            </a:r>
            <a:endParaRPr lang="en-US" sz="3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31C92B-F269-E3F0-2E87-B9449289DBC9}"/>
              </a:ext>
            </a:extLst>
          </p:cNvPr>
          <p:cNvSpPr txBox="1"/>
          <p:nvPr/>
        </p:nvSpPr>
        <p:spPr>
          <a:xfrm>
            <a:off x="6148002" y="973992"/>
            <a:ext cx="22094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Start date</a:t>
            </a:r>
            <a:endParaRPr lang="en-US" sz="28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EAA6F6-DAD2-E059-D255-2D5E4CE899FC}"/>
              </a:ext>
            </a:extLst>
          </p:cNvPr>
          <p:cNvSpPr/>
          <p:nvPr/>
        </p:nvSpPr>
        <p:spPr>
          <a:xfrm>
            <a:off x="8316044" y="770545"/>
            <a:ext cx="2737491" cy="13300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F1584-6A64-8A86-FF23-F923EC6D75A3}"/>
              </a:ext>
            </a:extLst>
          </p:cNvPr>
          <p:cNvSpPr txBox="1"/>
          <p:nvPr/>
        </p:nvSpPr>
        <p:spPr>
          <a:xfrm>
            <a:off x="8807686" y="1137046"/>
            <a:ext cx="32613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End date</a:t>
            </a:r>
            <a:endParaRPr lang="en-US" sz="32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D08B7AC-3A1A-DDCA-CEFE-2DD0DB32B5D5}"/>
              </a:ext>
            </a:extLst>
          </p:cNvPr>
          <p:cNvSpPr/>
          <p:nvPr/>
        </p:nvSpPr>
        <p:spPr>
          <a:xfrm>
            <a:off x="8976569" y="2156015"/>
            <a:ext cx="2759669" cy="1232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7C12B9-80EF-1884-0935-F9044D49DC0E}"/>
              </a:ext>
            </a:extLst>
          </p:cNvPr>
          <p:cNvSpPr txBox="1"/>
          <p:nvPr/>
        </p:nvSpPr>
        <p:spPr>
          <a:xfrm>
            <a:off x="9543667" y="2485096"/>
            <a:ext cx="39420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ea typeface="+mn-lt"/>
                <a:cs typeface="+mn-lt"/>
              </a:rPr>
              <a:t>Status</a:t>
            </a:r>
            <a:endParaRPr lang="en-US" sz="36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4C9598-DF50-7D9F-42E7-2138D1169F79}"/>
              </a:ext>
            </a:extLst>
          </p:cNvPr>
          <p:cNvCxnSpPr/>
          <p:nvPr/>
        </p:nvCxnSpPr>
        <p:spPr>
          <a:xfrm>
            <a:off x="2947626" y="2526731"/>
            <a:ext cx="837082" cy="4884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5983F4-E80E-860D-050F-4C45D7692DB9}"/>
              </a:ext>
            </a:extLst>
          </p:cNvPr>
          <p:cNvCxnSpPr>
            <a:cxnSpLocks/>
          </p:cNvCxnSpPr>
          <p:nvPr/>
        </p:nvCxnSpPr>
        <p:spPr>
          <a:xfrm>
            <a:off x="4380186" y="1957771"/>
            <a:ext cx="705002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D2A1BD-CCF4-2902-CB75-3CF5F3B1356C}"/>
              </a:ext>
            </a:extLst>
          </p:cNvPr>
          <p:cNvCxnSpPr>
            <a:cxnSpLocks/>
          </p:cNvCxnSpPr>
          <p:nvPr/>
        </p:nvCxnSpPr>
        <p:spPr>
          <a:xfrm flipH="1">
            <a:off x="5847188" y="1846011"/>
            <a:ext cx="808838" cy="117930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FB334C-9723-785B-1665-EBA79EDFD384}"/>
              </a:ext>
            </a:extLst>
          </p:cNvPr>
          <p:cNvCxnSpPr>
            <a:cxnSpLocks/>
          </p:cNvCxnSpPr>
          <p:nvPr/>
        </p:nvCxnSpPr>
        <p:spPr>
          <a:xfrm flipH="1">
            <a:off x="6903828" y="1957771"/>
            <a:ext cx="1885798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887075-BB90-DF02-D503-551586A76C7F}"/>
              </a:ext>
            </a:extLst>
          </p:cNvPr>
          <p:cNvCxnSpPr>
            <a:cxnSpLocks/>
          </p:cNvCxnSpPr>
          <p:nvPr/>
        </p:nvCxnSpPr>
        <p:spPr>
          <a:xfrm flipH="1">
            <a:off x="8295748" y="3075371"/>
            <a:ext cx="849478" cy="32586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0599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9EF8-55C6-69CA-CD56-556B5277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418420-CC3D-4F03-BE5E-6433F21C5484}"/>
              </a:ext>
            </a:extLst>
          </p:cNvPr>
          <p:cNvSpPr/>
          <p:nvPr/>
        </p:nvSpPr>
        <p:spPr>
          <a:xfrm>
            <a:off x="3532571" y="3026306"/>
            <a:ext cx="4785834" cy="1241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A7951-FCED-7FD2-7DD4-B727C41FB480}"/>
              </a:ext>
            </a:extLst>
          </p:cNvPr>
          <p:cNvSpPr txBox="1"/>
          <p:nvPr/>
        </p:nvSpPr>
        <p:spPr>
          <a:xfrm>
            <a:off x="4737270" y="3197538"/>
            <a:ext cx="5334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ea typeface="+mn-lt"/>
                <a:cs typeface="+mn-lt"/>
              </a:rPr>
              <a:t>Budget</a:t>
            </a:r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371669-7A75-4248-CEBF-7AB139DE17F7}"/>
              </a:ext>
            </a:extLst>
          </p:cNvPr>
          <p:cNvSpPr/>
          <p:nvPr/>
        </p:nvSpPr>
        <p:spPr>
          <a:xfrm>
            <a:off x="-995" y="1862995"/>
            <a:ext cx="2917641" cy="1221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3616C2-9B7D-0269-3150-BBC3C68A8EBC}"/>
              </a:ext>
            </a:extLst>
          </p:cNvPr>
          <p:cNvSpPr/>
          <p:nvPr/>
        </p:nvSpPr>
        <p:spPr>
          <a:xfrm>
            <a:off x="2511236" y="534512"/>
            <a:ext cx="3066200" cy="14041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E7F26FD-F11F-EAB9-4E79-299FAA57B210}"/>
              </a:ext>
            </a:extLst>
          </p:cNvPr>
          <p:cNvSpPr/>
          <p:nvPr/>
        </p:nvSpPr>
        <p:spPr>
          <a:xfrm>
            <a:off x="5927828" y="530671"/>
            <a:ext cx="2741453" cy="13956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F9F475-9E18-B443-C163-9659321085BF}"/>
              </a:ext>
            </a:extLst>
          </p:cNvPr>
          <p:cNvSpPr txBox="1"/>
          <p:nvPr/>
        </p:nvSpPr>
        <p:spPr>
          <a:xfrm>
            <a:off x="325115" y="2167421"/>
            <a:ext cx="27226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>
                <a:ea typeface="+mn-lt"/>
                <a:cs typeface="+mn-lt"/>
              </a:rPr>
              <a:t>budgetary line</a:t>
            </a:r>
            <a:endParaRPr lang="en-US" u="s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15C484-DCD0-F990-D65D-812C8851D163}"/>
              </a:ext>
            </a:extLst>
          </p:cNvPr>
          <p:cNvSpPr txBox="1"/>
          <p:nvPr/>
        </p:nvSpPr>
        <p:spPr>
          <a:xfrm>
            <a:off x="2794722" y="738949"/>
            <a:ext cx="308540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the amount of money granted</a:t>
            </a:r>
            <a:endParaRPr lang="en-US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E55EB5-8C8C-EAA3-4A52-B2FA398AFBE0}"/>
              </a:ext>
            </a:extLst>
          </p:cNvPr>
          <p:cNvSpPr txBox="1"/>
          <p:nvPr/>
        </p:nvSpPr>
        <p:spPr>
          <a:xfrm>
            <a:off x="6097202" y="740312"/>
            <a:ext cx="323558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the amount of money disbursed</a:t>
            </a:r>
            <a:endParaRPr lang="en-US" sz="24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D38EA37-6BF3-E629-B2AB-738B15AE1D18}"/>
              </a:ext>
            </a:extLst>
          </p:cNvPr>
          <p:cNvSpPr/>
          <p:nvPr/>
        </p:nvSpPr>
        <p:spPr>
          <a:xfrm>
            <a:off x="8702124" y="821345"/>
            <a:ext cx="2737491" cy="13300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F4F651-046E-F3F3-913C-28EC93B108DD}"/>
              </a:ext>
            </a:extLst>
          </p:cNvPr>
          <p:cNvSpPr/>
          <p:nvPr/>
        </p:nvSpPr>
        <p:spPr>
          <a:xfrm>
            <a:off x="9159449" y="2338895"/>
            <a:ext cx="2759669" cy="1232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/>
              <a:t>End date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A1A684-7F59-A801-0328-A14D2B50F0C7}"/>
              </a:ext>
            </a:extLst>
          </p:cNvPr>
          <p:cNvCxnSpPr/>
          <p:nvPr/>
        </p:nvCxnSpPr>
        <p:spPr>
          <a:xfrm>
            <a:off x="2012906" y="3055051"/>
            <a:ext cx="1497482" cy="44778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CF34CC-4D26-9DDF-B4A5-89348DB4E618}"/>
              </a:ext>
            </a:extLst>
          </p:cNvPr>
          <p:cNvCxnSpPr>
            <a:cxnSpLocks/>
          </p:cNvCxnSpPr>
          <p:nvPr/>
        </p:nvCxnSpPr>
        <p:spPr>
          <a:xfrm>
            <a:off x="4380186" y="1957771"/>
            <a:ext cx="705002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7C4237-C828-68C6-EFAD-38441B740E0E}"/>
              </a:ext>
            </a:extLst>
          </p:cNvPr>
          <p:cNvCxnSpPr>
            <a:cxnSpLocks/>
          </p:cNvCxnSpPr>
          <p:nvPr/>
        </p:nvCxnSpPr>
        <p:spPr>
          <a:xfrm flipH="1">
            <a:off x="5847188" y="1846011"/>
            <a:ext cx="808838" cy="117930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B94D46-3440-4C24-6711-57FE6EB3769C}"/>
              </a:ext>
            </a:extLst>
          </p:cNvPr>
          <p:cNvCxnSpPr>
            <a:cxnSpLocks/>
          </p:cNvCxnSpPr>
          <p:nvPr/>
        </p:nvCxnSpPr>
        <p:spPr>
          <a:xfrm flipH="1">
            <a:off x="6903828" y="1785051"/>
            <a:ext cx="1916278" cy="121994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F8C138-2C97-F0A5-4115-04ABC8484ECE}"/>
              </a:ext>
            </a:extLst>
          </p:cNvPr>
          <p:cNvCxnSpPr>
            <a:cxnSpLocks/>
          </p:cNvCxnSpPr>
          <p:nvPr/>
        </p:nvCxnSpPr>
        <p:spPr>
          <a:xfrm flipH="1">
            <a:off x="8295748" y="3075371"/>
            <a:ext cx="849478" cy="32586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3E47EC6-9A51-F3B7-C1DB-4E7DC79018F6}"/>
              </a:ext>
            </a:extLst>
          </p:cNvPr>
          <p:cNvSpPr txBox="1"/>
          <p:nvPr/>
        </p:nvSpPr>
        <p:spPr>
          <a:xfrm>
            <a:off x="9155235" y="1233443"/>
            <a:ext cx="21425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Start date</a:t>
            </a:r>
          </a:p>
        </p:txBody>
      </p:sp>
    </p:spTree>
    <p:extLst>
      <p:ext uri="{BB962C8B-B14F-4D97-AF65-F5344CB8AC3E}">
        <p14:creationId xmlns:p14="http://schemas.microsoft.com/office/powerpoint/2010/main" val="28848685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3834882" y="2388637"/>
            <a:ext cx="3526971" cy="104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Equipment Unit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Serial </a:t>
            </a:r>
            <a:r>
              <a:rPr lang="fr-MA" u="sng" err="1">
                <a:solidFill>
                  <a:schemeClr val="tx1"/>
                </a:solidFill>
              </a:rPr>
              <a:t>number</a:t>
            </a:r>
            <a:endParaRPr lang="fr-MA" u="sng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stCxn id="10" idx="5"/>
          </p:cNvCxnSpPr>
          <p:nvPr/>
        </p:nvCxnSpPr>
        <p:spPr>
          <a:xfrm>
            <a:off x="3235023" y="1473687"/>
            <a:ext cx="599859" cy="914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F7926AC-89FB-0A11-8833-272E38A94AD9}"/>
              </a:ext>
            </a:extLst>
          </p:cNvPr>
          <p:cNvSpPr/>
          <p:nvPr/>
        </p:nvSpPr>
        <p:spPr>
          <a:xfrm>
            <a:off x="3834882" y="643538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solidFill>
                  <a:schemeClr val="tx1"/>
                </a:solidFill>
              </a:rPr>
              <a:t>Acquisition date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037C4-D53E-B2D1-E447-70974D5284E9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4643125" y="1539276"/>
            <a:ext cx="124818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38C56DE-7246-0C53-29BC-E4BEA0B1B11A}"/>
              </a:ext>
            </a:extLst>
          </p:cNvPr>
          <p:cNvSpPr/>
          <p:nvPr/>
        </p:nvSpPr>
        <p:spPr>
          <a:xfrm>
            <a:off x="5956041" y="57794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solidFill>
                  <a:schemeClr val="tx1"/>
                </a:solidFill>
              </a:rPr>
              <a:t>Purchase</a:t>
            </a:r>
            <a:r>
              <a:rPr lang="fr-MA" sz="1400">
                <a:solidFill>
                  <a:schemeClr val="tx1"/>
                </a:solidFill>
              </a:rPr>
              <a:t> </a:t>
            </a:r>
            <a:r>
              <a:rPr lang="fr-MA" sz="1400" err="1">
                <a:solidFill>
                  <a:schemeClr val="tx1"/>
                </a:solidFill>
              </a:rPr>
              <a:t>cost</a:t>
            </a:r>
            <a:endParaRPr lang="fr-MA" sz="140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AC7DC-BE67-F76E-D6D5-A37332C529D3}"/>
              </a:ext>
            </a:extLst>
          </p:cNvPr>
          <p:cNvCxnSpPr>
            <a:cxnSpLocks/>
            <a:stCxn id="15" idx="3"/>
            <a:endCxn id="9" idx="0"/>
          </p:cNvCxnSpPr>
          <p:nvPr/>
        </p:nvCxnSpPr>
        <p:spPr>
          <a:xfrm flipH="1">
            <a:off x="5598368" y="1342509"/>
            <a:ext cx="630960" cy="1046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D7FAF3-1805-8B25-B15C-324A2FCAC965}"/>
              </a:ext>
            </a:extLst>
          </p:cNvPr>
          <p:cNvSpPr/>
          <p:nvPr/>
        </p:nvSpPr>
        <p:spPr>
          <a:xfrm>
            <a:off x="8229600" y="109140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err="1">
                <a:solidFill>
                  <a:schemeClr val="tx1"/>
                </a:solidFill>
              </a:rPr>
              <a:t>Operational</a:t>
            </a:r>
            <a:r>
              <a:rPr lang="fr-MA" sz="1600">
                <a:solidFill>
                  <a:schemeClr val="tx1"/>
                </a:solidFill>
              </a:rPr>
              <a:t> </a:t>
            </a:r>
            <a:r>
              <a:rPr lang="fr-MA" sz="1600" err="1">
                <a:solidFill>
                  <a:schemeClr val="tx1"/>
                </a:solidFill>
              </a:rPr>
              <a:t>Status</a:t>
            </a:r>
            <a:endParaRPr lang="fr-MA" sz="160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ABA6A-227F-48A6-7B83-5BF527F9362E}"/>
              </a:ext>
            </a:extLst>
          </p:cNvPr>
          <p:cNvCxnSpPr>
            <a:cxnSpLocks/>
          </p:cNvCxnSpPr>
          <p:nvPr/>
        </p:nvCxnSpPr>
        <p:spPr>
          <a:xfrm flipH="1">
            <a:off x="6661646" y="1604865"/>
            <a:ext cx="1567954" cy="78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485768F-41F8-C412-C408-F0789BE415A8}"/>
              </a:ext>
            </a:extLst>
          </p:cNvPr>
          <p:cNvSpPr/>
          <p:nvPr/>
        </p:nvSpPr>
        <p:spPr>
          <a:xfrm>
            <a:off x="8929807" y="225745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err="1">
                <a:solidFill>
                  <a:schemeClr val="tx1"/>
                </a:solidFill>
              </a:rPr>
              <a:t>isPortable</a:t>
            </a:r>
            <a:endParaRPr lang="fr-MA" sz="160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72175D-E4F8-4E1B-B80F-0051AB93474B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61853" y="2770917"/>
            <a:ext cx="1567954" cy="137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8FD2DEB-9841-7292-1EE7-372FA4232ACE}"/>
              </a:ext>
            </a:extLst>
          </p:cNvPr>
          <p:cNvSpPr/>
          <p:nvPr/>
        </p:nvSpPr>
        <p:spPr>
          <a:xfrm>
            <a:off x="7996746" y="3764903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err="1">
                <a:solidFill>
                  <a:schemeClr val="tx1"/>
                </a:solidFill>
              </a:rPr>
              <a:t>Current</a:t>
            </a:r>
            <a:r>
              <a:rPr lang="fr-MA" sz="1600">
                <a:solidFill>
                  <a:schemeClr val="tx1"/>
                </a:solidFill>
              </a:rPr>
              <a:t> </a:t>
            </a:r>
            <a:r>
              <a:rPr lang="fr-MA" sz="1600" err="1">
                <a:solidFill>
                  <a:schemeClr val="tx1"/>
                </a:solidFill>
              </a:rPr>
              <a:t>laboratory</a:t>
            </a:r>
            <a:r>
              <a:rPr lang="fr-MA" sz="160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01C159-6EF6-D5A4-820A-FBC09AA58427}"/>
              </a:ext>
            </a:extLst>
          </p:cNvPr>
          <p:cNvCxnSpPr>
            <a:cxnSpLocks/>
          </p:cNvCxnSpPr>
          <p:nvPr/>
        </p:nvCxnSpPr>
        <p:spPr>
          <a:xfrm flipH="1" flipV="1">
            <a:off x="6661646" y="3429000"/>
            <a:ext cx="1335100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9853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3834882" y="2388637"/>
            <a:ext cx="3526971" cy="104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Equipment Model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7926AC-89FB-0A11-8833-272E38A94AD9}"/>
              </a:ext>
            </a:extLst>
          </p:cNvPr>
          <p:cNvSpPr/>
          <p:nvPr/>
        </p:nvSpPr>
        <p:spPr>
          <a:xfrm>
            <a:off x="3834882" y="643538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solidFill>
                  <a:schemeClr val="tx1"/>
                </a:solidFill>
              </a:rPr>
              <a:t>Commercial </a:t>
            </a:r>
            <a:r>
              <a:rPr lang="fr-MA" sz="1400" err="1">
                <a:solidFill>
                  <a:schemeClr val="tx1"/>
                </a:solidFill>
              </a:rPr>
              <a:t>name</a:t>
            </a:r>
            <a:endParaRPr lang="fr-MA" sz="140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037C4-D53E-B2D1-E447-70974D5284E9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4643125" y="1539276"/>
            <a:ext cx="124818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38C56DE-7246-0C53-29BC-E4BEA0B1B11A}"/>
              </a:ext>
            </a:extLst>
          </p:cNvPr>
          <p:cNvSpPr/>
          <p:nvPr/>
        </p:nvSpPr>
        <p:spPr>
          <a:xfrm>
            <a:off x="5956041" y="57794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solidFill>
                  <a:schemeClr val="tx1"/>
                </a:solidFill>
              </a:rPr>
              <a:t>Manufacturer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AC7DC-BE67-F76E-D6D5-A37332C529D3}"/>
              </a:ext>
            </a:extLst>
          </p:cNvPr>
          <p:cNvCxnSpPr>
            <a:cxnSpLocks/>
            <a:stCxn id="15" idx="3"/>
            <a:endCxn id="9" idx="0"/>
          </p:cNvCxnSpPr>
          <p:nvPr/>
        </p:nvCxnSpPr>
        <p:spPr>
          <a:xfrm flipH="1">
            <a:off x="5598368" y="1342509"/>
            <a:ext cx="630960" cy="1046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D7FAF3-1805-8B25-B15C-324A2FCAC965}"/>
              </a:ext>
            </a:extLst>
          </p:cNvPr>
          <p:cNvSpPr/>
          <p:nvPr/>
        </p:nvSpPr>
        <p:spPr>
          <a:xfrm>
            <a:off x="8229600" y="109140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solidFill>
                  <a:schemeClr val="tx1"/>
                </a:solidFill>
              </a:rPr>
              <a:t>category</a:t>
            </a:r>
            <a:endParaRPr lang="fr-MA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ABA6A-227F-48A6-7B83-5BF527F9362E}"/>
              </a:ext>
            </a:extLst>
          </p:cNvPr>
          <p:cNvCxnSpPr>
            <a:cxnSpLocks/>
          </p:cNvCxnSpPr>
          <p:nvPr/>
        </p:nvCxnSpPr>
        <p:spPr>
          <a:xfrm flipH="1">
            <a:off x="6661646" y="1604865"/>
            <a:ext cx="1567954" cy="78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485768F-41F8-C412-C408-F0789BE415A8}"/>
              </a:ext>
            </a:extLst>
          </p:cNvPr>
          <p:cNvSpPr/>
          <p:nvPr/>
        </p:nvSpPr>
        <p:spPr>
          <a:xfrm>
            <a:off x="8929807" y="225745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err="1">
                <a:solidFill>
                  <a:schemeClr val="tx1"/>
                </a:solidFill>
              </a:rPr>
              <a:t>Required</a:t>
            </a:r>
            <a:r>
              <a:rPr lang="fr-MA" sz="1600">
                <a:solidFill>
                  <a:schemeClr val="tx1"/>
                </a:solidFill>
              </a:rPr>
              <a:t> </a:t>
            </a:r>
            <a:r>
              <a:rPr lang="fr-MA" sz="1600" err="1">
                <a:solidFill>
                  <a:schemeClr val="tx1"/>
                </a:solidFill>
              </a:rPr>
              <a:t>environment</a:t>
            </a:r>
            <a:endParaRPr lang="fr-MA" sz="160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72175D-E4F8-4E1B-B80F-0051AB93474B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61853" y="2770917"/>
            <a:ext cx="1567954" cy="137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8FD2DEB-9841-7292-1EE7-372FA4232ACE}"/>
              </a:ext>
            </a:extLst>
          </p:cNvPr>
          <p:cNvSpPr/>
          <p:nvPr/>
        </p:nvSpPr>
        <p:spPr>
          <a:xfrm>
            <a:off x="7996746" y="3764903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>
                <a:solidFill>
                  <a:schemeClr val="tx1"/>
                </a:solidFill>
              </a:rPr>
              <a:t>Is </a:t>
            </a:r>
            <a:r>
              <a:rPr lang="fr-MA" sz="1600" err="1">
                <a:solidFill>
                  <a:schemeClr val="tx1"/>
                </a:solidFill>
              </a:rPr>
              <a:t>special</a:t>
            </a:r>
            <a:r>
              <a:rPr lang="fr-MA" sz="1600">
                <a:solidFill>
                  <a:schemeClr val="tx1"/>
                </a:solidFill>
              </a:rPr>
              <a:t> training </a:t>
            </a:r>
            <a:r>
              <a:rPr lang="fr-MA" sz="1600" err="1">
                <a:solidFill>
                  <a:schemeClr val="tx1"/>
                </a:solidFill>
              </a:rPr>
              <a:t>mandatory</a:t>
            </a:r>
            <a:r>
              <a:rPr lang="fr-MA" sz="1600"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01C159-6EF6-D5A4-820A-FBC09AA58427}"/>
              </a:ext>
            </a:extLst>
          </p:cNvPr>
          <p:cNvCxnSpPr>
            <a:cxnSpLocks/>
          </p:cNvCxnSpPr>
          <p:nvPr/>
        </p:nvCxnSpPr>
        <p:spPr>
          <a:xfrm flipH="1" flipV="1">
            <a:off x="6661646" y="3429000"/>
            <a:ext cx="1335100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B54BB8A-C1DF-7D80-0ADE-8222890CF003}"/>
              </a:ext>
            </a:extLst>
          </p:cNvPr>
          <p:cNvSpPr/>
          <p:nvPr/>
        </p:nvSpPr>
        <p:spPr>
          <a:xfrm>
            <a:off x="1784428" y="851366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E721DF-0A13-817B-B385-327F49F6862C}"/>
              </a:ext>
            </a:extLst>
          </p:cNvPr>
          <p:cNvCxnSpPr>
            <a:cxnSpLocks/>
          </p:cNvCxnSpPr>
          <p:nvPr/>
        </p:nvCxnSpPr>
        <p:spPr>
          <a:xfrm>
            <a:off x="3417903" y="1595606"/>
            <a:ext cx="508419" cy="813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530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3184-BB09-4C99-2EB6-8BAD40EE5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017B8C-993D-36CC-5CDE-AA3925F13C3F}"/>
              </a:ext>
            </a:extLst>
          </p:cNvPr>
          <p:cNvSpPr/>
          <p:nvPr/>
        </p:nvSpPr>
        <p:spPr>
          <a:xfrm>
            <a:off x="3532571" y="3026306"/>
            <a:ext cx="4785834" cy="1241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26B30-1C26-0410-403F-32F974860005}"/>
              </a:ext>
            </a:extLst>
          </p:cNvPr>
          <p:cNvSpPr txBox="1"/>
          <p:nvPr/>
        </p:nvSpPr>
        <p:spPr>
          <a:xfrm>
            <a:off x="4341030" y="3228018"/>
            <a:ext cx="5334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ea typeface="+mn-lt"/>
                <a:cs typeface="+mn-lt"/>
              </a:rPr>
              <a:t>Suppliers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CB33FC-5670-386B-F4BB-8DA2E72982F2}"/>
              </a:ext>
            </a:extLst>
          </p:cNvPr>
          <p:cNvSpPr/>
          <p:nvPr/>
        </p:nvSpPr>
        <p:spPr>
          <a:xfrm>
            <a:off x="120925" y="1720755"/>
            <a:ext cx="2917641" cy="1221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90A231-2F58-9E4A-9D61-147FD230C05B}"/>
              </a:ext>
            </a:extLst>
          </p:cNvPr>
          <p:cNvSpPr/>
          <p:nvPr/>
        </p:nvSpPr>
        <p:spPr>
          <a:xfrm>
            <a:off x="2511236" y="534512"/>
            <a:ext cx="3066200" cy="14041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B15630-5397-6A13-963D-14F92021200D}"/>
              </a:ext>
            </a:extLst>
          </p:cNvPr>
          <p:cNvSpPr/>
          <p:nvPr/>
        </p:nvSpPr>
        <p:spPr>
          <a:xfrm>
            <a:off x="5958308" y="571311"/>
            <a:ext cx="2213133" cy="13549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45A57-B29A-4DE5-CA0F-D19CA6193C39}"/>
              </a:ext>
            </a:extLst>
          </p:cNvPr>
          <p:cNvSpPr txBox="1"/>
          <p:nvPr/>
        </p:nvSpPr>
        <p:spPr>
          <a:xfrm>
            <a:off x="2682962" y="972629"/>
            <a:ext cx="4009969" cy="605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Supplier_name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2485B2-0BBA-09E7-B7DF-63CBA55F93EC}"/>
              </a:ext>
            </a:extLst>
          </p:cNvPr>
          <p:cNvSpPr txBox="1"/>
          <p:nvPr/>
        </p:nvSpPr>
        <p:spPr>
          <a:xfrm>
            <a:off x="6249602" y="791112"/>
            <a:ext cx="220942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contact email</a:t>
            </a: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2C4DEE-983A-1973-03E5-7BF435315454}"/>
              </a:ext>
            </a:extLst>
          </p:cNvPr>
          <p:cNvSpPr/>
          <p:nvPr/>
        </p:nvSpPr>
        <p:spPr>
          <a:xfrm>
            <a:off x="8316044" y="770545"/>
            <a:ext cx="2737491" cy="13300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4F338E-AD64-FD5C-97A5-C6A186BDA788}"/>
              </a:ext>
            </a:extLst>
          </p:cNvPr>
          <p:cNvSpPr txBox="1"/>
          <p:nvPr/>
        </p:nvSpPr>
        <p:spPr>
          <a:xfrm>
            <a:off x="8279366" y="1137046"/>
            <a:ext cx="32613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phone number</a:t>
            </a:r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AF5527-09BA-A460-2FD5-DA3C8644909A}"/>
              </a:ext>
            </a:extLst>
          </p:cNvPr>
          <p:cNvCxnSpPr/>
          <p:nvPr/>
        </p:nvCxnSpPr>
        <p:spPr>
          <a:xfrm>
            <a:off x="2947626" y="2526731"/>
            <a:ext cx="837082" cy="4884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EF042A-EEFC-4AA2-93A8-C3AE12C1386F}"/>
              </a:ext>
            </a:extLst>
          </p:cNvPr>
          <p:cNvCxnSpPr>
            <a:cxnSpLocks/>
          </p:cNvCxnSpPr>
          <p:nvPr/>
        </p:nvCxnSpPr>
        <p:spPr>
          <a:xfrm>
            <a:off x="4380186" y="1957771"/>
            <a:ext cx="705002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82844E-D1FE-94CB-0BC2-A49946947216}"/>
              </a:ext>
            </a:extLst>
          </p:cNvPr>
          <p:cNvCxnSpPr>
            <a:cxnSpLocks/>
          </p:cNvCxnSpPr>
          <p:nvPr/>
        </p:nvCxnSpPr>
        <p:spPr>
          <a:xfrm flipH="1">
            <a:off x="5847188" y="1846011"/>
            <a:ext cx="808838" cy="117930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F2CEDC-F79B-45E1-54DB-3944A0BBD740}"/>
              </a:ext>
            </a:extLst>
          </p:cNvPr>
          <p:cNvCxnSpPr>
            <a:cxnSpLocks/>
          </p:cNvCxnSpPr>
          <p:nvPr/>
        </p:nvCxnSpPr>
        <p:spPr>
          <a:xfrm flipH="1">
            <a:off x="6903828" y="1957771"/>
            <a:ext cx="1885798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3D6B58-9C59-D7F3-703A-CA527B709CA7}"/>
              </a:ext>
            </a:extLst>
          </p:cNvPr>
          <p:cNvSpPr txBox="1"/>
          <p:nvPr/>
        </p:nvSpPr>
        <p:spPr>
          <a:xfrm>
            <a:off x="318921" y="2101253"/>
            <a:ext cx="25305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u="sng">
                <a:ea typeface="+mn-lt"/>
                <a:cs typeface="+mn-lt"/>
              </a:rPr>
              <a:t>Supplier identifier</a:t>
            </a:r>
            <a:endParaRPr lang="en-US" sz="2400" u="sng"/>
          </a:p>
        </p:txBody>
      </p:sp>
    </p:spTree>
    <p:extLst>
      <p:ext uri="{BB962C8B-B14F-4D97-AF65-F5344CB8AC3E}">
        <p14:creationId xmlns:p14="http://schemas.microsoft.com/office/powerpoint/2010/main" val="40017059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3834882" y="2388637"/>
            <a:ext cx="3526971" cy="104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Certification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sng">
                <a:solidFill>
                  <a:schemeClr val="tx1"/>
                </a:solidFill>
              </a:rPr>
              <a:t>code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stCxn id="10" idx="5"/>
          </p:cNvCxnSpPr>
          <p:nvPr/>
        </p:nvCxnSpPr>
        <p:spPr>
          <a:xfrm>
            <a:off x="3235023" y="1473687"/>
            <a:ext cx="599859" cy="914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F7926AC-89FB-0A11-8833-272E38A94AD9}"/>
              </a:ext>
            </a:extLst>
          </p:cNvPr>
          <p:cNvSpPr/>
          <p:nvPr/>
        </p:nvSpPr>
        <p:spPr>
          <a:xfrm>
            <a:off x="3834882" y="643538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solidFill>
                  <a:schemeClr val="tx1"/>
                </a:solidFill>
              </a:rPr>
              <a:t>title</a:t>
            </a:r>
            <a:endParaRPr lang="fr-MA" sz="140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037C4-D53E-B2D1-E447-70974D5284E9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4643125" y="1539276"/>
            <a:ext cx="124818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38C56DE-7246-0C53-29BC-E4BEA0B1B11A}"/>
              </a:ext>
            </a:extLst>
          </p:cNvPr>
          <p:cNvSpPr/>
          <p:nvPr/>
        </p:nvSpPr>
        <p:spPr>
          <a:xfrm>
            <a:off x="5956041" y="57794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solidFill>
                  <a:schemeClr val="tx1"/>
                </a:solidFill>
              </a:rPr>
              <a:t>Issuing</a:t>
            </a:r>
            <a:r>
              <a:rPr lang="fr-MA" sz="1400">
                <a:solidFill>
                  <a:schemeClr val="tx1"/>
                </a:solidFill>
              </a:rPr>
              <a:t> </a:t>
            </a:r>
            <a:r>
              <a:rPr lang="fr-MA" sz="1400" err="1">
                <a:solidFill>
                  <a:schemeClr val="tx1"/>
                </a:solidFill>
              </a:rPr>
              <a:t>authority</a:t>
            </a:r>
            <a:endParaRPr lang="fr-MA" sz="140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AC7DC-BE67-F76E-D6D5-A37332C529D3}"/>
              </a:ext>
            </a:extLst>
          </p:cNvPr>
          <p:cNvCxnSpPr>
            <a:cxnSpLocks/>
            <a:stCxn id="15" idx="3"/>
            <a:endCxn id="9" idx="0"/>
          </p:cNvCxnSpPr>
          <p:nvPr/>
        </p:nvCxnSpPr>
        <p:spPr>
          <a:xfrm flipH="1">
            <a:off x="5598368" y="1342509"/>
            <a:ext cx="630960" cy="1046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D7FAF3-1805-8B25-B15C-324A2FCAC965}"/>
              </a:ext>
            </a:extLst>
          </p:cNvPr>
          <p:cNvSpPr/>
          <p:nvPr/>
        </p:nvSpPr>
        <p:spPr>
          <a:xfrm>
            <a:off x="8229600" y="109140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err="1">
                <a:solidFill>
                  <a:schemeClr val="tx1"/>
                </a:solidFill>
              </a:rPr>
              <a:t>Validity</a:t>
            </a:r>
            <a:r>
              <a:rPr lang="fr-MA">
                <a:solidFill>
                  <a:schemeClr val="tx1"/>
                </a:solidFill>
              </a:rPr>
              <a:t> </a:t>
            </a:r>
            <a:r>
              <a:rPr lang="fr-MA" err="1">
                <a:solidFill>
                  <a:schemeClr val="tx1"/>
                </a:solidFill>
              </a:rPr>
              <a:t>period</a:t>
            </a:r>
            <a:endParaRPr lang="fr-MA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ABA6A-227F-48A6-7B83-5BF527F9362E}"/>
              </a:ext>
            </a:extLst>
          </p:cNvPr>
          <p:cNvCxnSpPr>
            <a:cxnSpLocks/>
          </p:cNvCxnSpPr>
          <p:nvPr/>
        </p:nvCxnSpPr>
        <p:spPr>
          <a:xfrm flipH="1">
            <a:off x="6661646" y="1604865"/>
            <a:ext cx="1567954" cy="78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485768F-41F8-C412-C408-F0789BE415A8}"/>
              </a:ext>
            </a:extLst>
          </p:cNvPr>
          <p:cNvSpPr/>
          <p:nvPr/>
        </p:nvSpPr>
        <p:spPr>
          <a:xfrm>
            <a:off x="8929807" y="225745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err="1">
                <a:solidFill>
                  <a:schemeClr val="tx1"/>
                </a:solidFill>
              </a:rPr>
              <a:t>Safety</a:t>
            </a:r>
            <a:r>
              <a:rPr lang="fr-MA" sz="1600">
                <a:solidFill>
                  <a:schemeClr val="tx1"/>
                </a:solidFill>
              </a:rPr>
              <a:t> </a:t>
            </a:r>
            <a:r>
              <a:rPr lang="fr-MA" sz="1600" err="1">
                <a:solidFill>
                  <a:schemeClr val="tx1"/>
                </a:solidFill>
              </a:rPr>
              <a:t>level</a:t>
            </a:r>
            <a:endParaRPr lang="fr-MA" sz="160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72175D-E4F8-4E1B-B80F-0051AB93474B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61853" y="2770917"/>
            <a:ext cx="1567954" cy="137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8FD2DEB-9841-7292-1EE7-372FA4232ACE}"/>
              </a:ext>
            </a:extLst>
          </p:cNvPr>
          <p:cNvSpPr/>
          <p:nvPr/>
        </p:nvSpPr>
        <p:spPr>
          <a:xfrm>
            <a:off x="7996746" y="3764903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>
                <a:solidFill>
                  <a:schemeClr val="tx1"/>
                </a:solidFill>
              </a:rPr>
              <a:t>Is </a:t>
            </a:r>
            <a:r>
              <a:rPr lang="fr-MA" sz="1600" err="1">
                <a:solidFill>
                  <a:schemeClr val="tx1"/>
                </a:solidFill>
              </a:rPr>
              <a:t>special</a:t>
            </a:r>
            <a:r>
              <a:rPr lang="fr-MA" sz="1600">
                <a:solidFill>
                  <a:schemeClr val="tx1"/>
                </a:solidFill>
              </a:rPr>
              <a:t> training </a:t>
            </a:r>
            <a:r>
              <a:rPr lang="fr-MA" sz="1600" err="1">
                <a:solidFill>
                  <a:schemeClr val="tx1"/>
                </a:solidFill>
              </a:rPr>
              <a:t>mandatory</a:t>
            </a:r>
            <a:r>
              <a:rPr lang="fr-MA" sz="1600"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01C159-6EF6-D5A4-820A-FBC09AA58427}"/>
              </a:ext>
            </a:extLst>
          </p:cNvPr>
          <p:cNvCxnSpPr>
            <a:cxnSpLocks/>
          </p:cNvCxnSpPr>
          <p:nvPr/>
        </p:nvCxnSpPr>
        <p:spPr>
          <a:xfrm flipH="1" flipV="1">
            <a:off x="6661646" y="3429000"/>
            <a:ext cx="1335100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3938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656A-9C91-E6F3-FA1A-C6E86E10A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E8B8AE-337A-3599-B563-A2C24D328130}"/>
              </a:ext>
            </a:extLst>
          </p:cNvPr>
          <p:cNvSpPr/>
          <p:nvPr/>
        </p:nvSpPr>
        <p:spPr>
          <a:xfrm>
            <a:off x="3532571" y="3026306"/>
            <a:ext cx="4785834" cy="1241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13171-182B-55BC-04AD-5DA024AACED1}"/>
              </a:ext>
            </a:extLst>
          </p:cNvPr>
          <p:cNvSpPr txBox="1"/>
          <p:nvPr/>
        </p:nvSpPr>
        <p:spPr>
          <a:xfrm>
            <a:off x="4087030" y="3228018"/>
            <a:ext cx="39319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/>
              <a:t>Reservation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0C317C-21A0-5AA0-8F32-8A52C6E38FC2}"/>
              </a:ext>
            </a:extLst>
          </p:cNvPr>
          <p:cNvSpPr/>
          <p:nvPr/>
        </p:nvSpPr>
        <p:spPr>
          <a:xfrm>
            <a:off x="120925" y="1720755"/>
            <a:ext cx="2917641" cy="1221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86581F-D6C1-DBBA-69C8-977DC8F47D72}"/>
              </a:ext>
            </a:extLst>
          </p:cNvPr>
          <p:cNvSpPr/>
          <p:nvPr/>
        </p:nvSpPr>
        <p:spPr>
          <a:xfrm>
            <a:off x="2704276" y="554832"/>
            <a:ext cx="3066200" cy="14041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18B3A5-AC5F-A2C4-A6D9-580F65D15FBA}"/>
              </a:ext>
            </a:extLst>
          </p:cNvPr>
          <p:cNvSpPr/>
          <p:nvPr/>
        </p:nvSpPr>
        <p:spPr>
          <a:xfrm>
            <a:off x="5958308" y="550991"/>
            <a:ext cx="2213133" cy="13549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0FA201-4A05-AE30-8A38-825D300C8205}"/>
              </a:ext>
            </a:extLst>
          </p:cNvPr>
          <p:cNvSpPr txBox="1"/>
          <p:nvPr/>
        </p:nvSpPr>
        <p:spPr>
          <a:xfrm>
            <a:off x="375915" y="2106461"/>
            <a:ext cx="239750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u="sng" err="1"/>
              <a:t>Reservation_id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753ADF-6BD2-D92E-329C-C6AA4BA2DFB3}"/>
              </a:ext>
            </a:extLst>
          </p:cNvPr>
          <p:cNvSpPr txBox="1"/>
          <p:nvPr/>
        </p:nvSpPr>
        <p:spPr>
          <a:xfrm>
            <a:off x="3211282" y="779589"/>
            <a:ext cx="304476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Submission timestamp</a:t>
            </a:r>
            <a:endParaRPr lang="en-US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006B6-25CB-83BC-9F78-AA2BFF70D87A}"/>
              </a:ext>
            </a:extLst>
          </p:cNvPr>
          <p:cNvSpPr txBox="1"/>
          <p:nvPr/>
        </p:nvSpPr>
        <p:spPr>
          <a:xfrm>
            <a:off x="6107362" y="882552"/>
            <a:ext cx="22094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Planned start time</a:t>
            </a: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E7DC6F0-3069-65C1-85C1-97397E8060FE}"/>
              </a:ext>
            </a:extLst>
          </p:cNvPr>
          <p:cNvSpPr/>
          <p:nvPr/>
        </p:nvSpPr>
        <p:spPr>
          <a:xfrm>
            <a:off x="8326204" y="770545"/>
            <a:ext cx="2737491" cy="13300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D0E-2582-F8A0-FB16-991D94B1EAA5}"/>
              </a:ext>
            </a:extLst>
          </p:cNvPr>
          <p:cNvSpPr txBox="1"/>
          <p:nvPr/>
        </p:nvSpPr>
        <p:spPr>
          <a:xfrm>
            <a:off x="8462246" y="1147206"/>
            <a:ext cx="28854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Planned end time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A44FD7-822F-3070-4B8C-59A199E7AFD9}"/>
              </a:ext>
            </a:extLst>
          </p:cNvPr>
          <p:cNvSpPr/>
          <p:nvPr/>
        </p:nvSpPr>
        <p:spPr>
          <a:xfrm>
            <a:off x="8976569" y="2156015"/>
            <a:ext cx="2759669" cy="1232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C2416E-C2EB-00B2-F350-385D775E88C5}"/>
              </a:ext>
            </a:extLst>
          </p:cNvPr>
          <p:cNvSpPr txBox="1"/>
          <p:nvPr/>
        </p:nvSpPr>
        <p:spPr>
          <a:xfrm>
            <a:off x="9543667" y="2485096"/>
            <a:ext cx="4064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Purpose</a:t>
            </a:r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0ED140-F682-94E4-552E-2A0AF797A606}"/>
              </a:ext>
            </a:extLst>
          </p:cNvPr>
          <p:cNvCxnSpPr/>
          <p:nvPr/>
        </p:nvCxnSpPr>
        <p:spPr>
          <a:xfrm>
            <a:off x="2947626" y="2526731"/>
            <a:ext cx="837082" cy="4884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263F8F-EE2B-8D72-BDFD-4BE8D2440541}"/>
              </a:ext>
            </a:extLst>
          </p:cNvPr>
          <p:cNvCxnSpPr>
            <a:cxnSpLocks/>
          </p:cNvCxnSpPr>
          <p:nvPr/>
        </p:nvCxnSpPr>
        <p:spPr>
          <a:xfrm>
            <a:off x="4380186" y="1957771"/>
            <a:ext cx="705002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8AA252-604B-4D06-7D42-6000CB047062}"/>
              </a:ext>
            </a:extLst>
          </p:cNvPr>
          <p:cNvCxnSpPr>
            <a:cxnSpLocks/>
          </p:cNvCxnSpPr>
          <p:nvPr/>
        </p:nvCxnSpPr>
        <p:spPr>
          <a:xfrm flipH="1">
            <a:off x="5847188" y="1846011"/>
            <a:ext cx="808838" cy="117930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BFAFCC-303A-B8CB-A137-0387BD19B755}"/>
              </a:ext>
            </a:extLst>
          </p:cNvPr>
          <p:cNvCxnSpPr>
            <a:cxnSpLocks/>
          </p:cNvCxnSpPr>
          <p:nvPr/>
        </p:nvCxnSpPr>
        <p:spPr>
          <a:xfrm flipH="1">
            <a:off x="6903828" y="1957771"/>
            <a:ext cx="1885798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87498-2822-1F28-EDF8-F04DF11CCE90}"/>
              </a:ext>
            </a:extLst>
          </p:cNvPr>
          <p:cNvCxnSpPr>
            <a:cxnSpLocks/>
          </p:cNvCxnSpPr>
          <p:nvPr/>
        </p:nvCxnSpPr>
        <p:spPr>
          <a:xfrm flipH="1">
            <a:off x="8295748" y="3075371"/>
            <a:ext cx="849478" cy="32586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79117F0-EF1D-CE2A-4196-49D4A91D32DE}"/>
              </a:ext>
            </a:extLst>
          </p:cNvPr>
          <p:cNvSpPr/>
          <p:nvPr/>
        </p:nvSpPr>
        <p:spPr>
          <a:xfrm>
            <a:off x="117458" y="3616076"/>
            <a:ext cx="2506163" cy="140009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F1F2600-E2A2-E1CE-F65D-3801A49C48A1}"/>
              </a:ext>
            </a:extLst>
          </p:cNvPr>
          <p:cNvCxnSpPr>
            <a:cxnSpLocks/>
          </p:cNvCxnSpPr>
          <p:nvPr/>
        </p:nvCxnSpPr>
        <p:spPr>
          <a:xfrm flipV="1">
            <a:off x="2531066" y="3441872"/>
            <a:ext cx="989482" cy="5682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871EDF-D0A1-ABB6-50A6-CB490D581421}"/>
              </a:ext>
            </a:extLst>
          </p:cNvPr>
          <p:cNvSpPr txBox="1"/>
          <p:nvPr/>
        </p:nvSpPr>
        <p:spPr>
          <a:xfrm>
            <a:off x="515556" y="3852108"/>
            <a:ext cx="2508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Reservation status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100767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3834882" y="2388637"/>
            <a:ext cx="3526971" cy="104036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Maintenance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MA" sz="2400" u="dashLong" baseline="2000">
                <a:solidFill>
                  <a:schemeClr val="tx1"/>
                </a:solidFill>
              </a:rPr>
              <a:t>Start timestamp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stCxn id="10" idx="5"/>
          </p:cNvCxnSpPr>
          <p:nvPr/>
        </p:nvCxnSpPr>
        <p:spPr>
          <a:xfrm>
            <a:off x="3235023" y="1473687"/>
            <a:ext cx="599859" cy="914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F7926AC-89FB-0A11-8833-272E38A94AD9}"/>
              </a:ext>
            </a:extLst>
          </p:cNvPr>
          <p:cNvSpPr/>
          <p:nvPr/>
        </p:nvSpPr>
        <p:spPr>
          <a:xfrm>
            <a:off x="3834882" y="643538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solidFill>
                  <a:schemeClr val="tx1"/>
                </a:solidFill>
              </a:rPr>
              <a:t>End timestamp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037C4-D53E-B2D1-E447-70974D5284E9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4643125" y="1539276"/>
            <a:ext cx="124818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38C56DE-7246-0C53-29BC-E4BEA0B1B11A}"/>
              </a:ext>
            </a:extLst>
          </p:cNvPr>
          <p:cNvSpPr/>
          <p:nvPr/>
        </p:nvSpPr>
        <p:spPr>
          <a:xfrm>
            <a:off x="5956041" y="57794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solidFill>
                  <a:schemeClr val="tx1"/>
                </a:solidFill>
              </a:rPr>
              <a:t>type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AC7DC-BE67-F76E-D6D5-A37332C529D3}"/>
              </a:ext>
            </a:extLst>
          </p:cNvPr>
          <p:cNvCxnSpPr>
            <a:cxnSpLocks/>
            <a:stCxn id="15" idx="3"/>
            <a:endCxn id="9" idx="0"/>
          </p:cNvCxnSpPr>
          <p:nvPr/>
        </p:nvCxnSpPr>
        <p:spPr>
          <a:xfrm flipH="1">
            <a:off x="5598368" y="1342509"/>
            <a:ext cx="630960" cy="1046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D7FAF3-1805-8B25-B15C-324A2FCAC965}"/>
              </a:ext>
            </a:extLst>
          </p:cNvPr>
          <p:cNvSpPr/>
          <p:nvPr/>
        </p:nvSpPr>
        <p:spPr>
          <a:xfrm>
            <a:off x="8229600" y="109140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solidFill>
                  <a:schemeClr val="tx1"/>
                </a:solidFill>
              </a:rPr>
              <a:t>description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ABA6A-227F-48A6-7B83-5BF527F9362E}"/>
              </a:ext>
            </a:extLst>
          </p:cNvPr>
          <p:cNvCxnSpPr>
            <a:cxnSpLocks/>
          </p:cNvCxnSpPr>
          <p:nvPr/>
        </p:nvCxnSpPr>
        <p:spPr>
          <a:xfrm flipH="1">
            <a:off x="6661646" y="1604865"/>
            <a:ext cx="1567954" cy="78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485768F-41F8-C412-C408-F0789BE415A8}"/>
              </a:ext>
            </a:extLst>
          </p:cNvPr>
          <p:cNvSpPr/>
          <p:nvPr/>
        </p:nvSpPr>
        <p:spPr>
          <a:xfrm>
            <a:off x="8929807" y="225745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err="1">
                <a:solidFill>
                  <a:schemeClr val="tx1"/>
                </a:solidFill>
              </a:rPr>
              <a:t>cost</a:t>
            </a:r>
            <a:endParaRPr lang="fr-MA" sz="160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72175D-E4F8-4E1B-B80F-0051AB93474B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61853" y="2770917"/>
            <a:ext cx="1567954" cy="137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C6DCEDF-6229-957B-7218-1B4648A65F3D}"/>
              </a:ext>
            </a:extLst>
          </p:cNvPr>
          <p:cNvSpPr/>
          <p:nvPr/>
        </p:nvSpPr>
        <p:spPr>
          <a:xfrm>
            <a:off x="8606140" y="3830492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err="1">
                <a:solidFill>
                  <a:schemeClr val="tx1"/>
                </a:solidFill>
              </a:rPr>
              <a:t>outcome</a:t>
            </a:r>
            <a:endParaRPr lang="fr-MA" sz="160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622834-8058-D8AB-B049-11AEA5C13E6F}"/>
              </a:ext>
            </a:extLst>
          </p:cNvPr>
          <p:cNvCxnSpPr>
            <a:cxnSpLocks/>
          </p:cNvCxnSpPr>
          <p:nvPr/>
        </p:nvCxnSpPr>
        <p:spPr>
          <a:xfrm flipH="1" flipV="1">
            <a:off x="7361853" y="3422277"/>
            <a:ext cx="1244287" cy="9216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0261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8953FC-6DA8-2E7C-2E0F-DA76195D570D}"/>
              </a:ext>
            </a:extLst>
          </p:cNvPr>
          <p:cNvSpPr/>
          <p:nvPr/>
        </p:nvSpPr>
        <p:spPr>
          <a:xfrm>
            <a:off x="3834882" y="2388637"/>
            <a:ext cx="3526971" cy="104036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Calibration Record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127E63-4E9E-249E-6C07-9F8BCD6A76FC}"/>
              </a:ext>
            </a:extLst>
          </p:cNvPr>
          <p:cNvSpPr/>
          <p:nvPr/>
        </p:nvSpPr>
        <p:spPr>
          <a:xfrm>
            <a:off x="1642188" y="70912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u="dashLong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C4A078-EA3D-C730-917D-CDF688F87AE1}"/>
              </a:ext>
            </a:extLst>
          </p:cNvPr>
          <p:cNvCxnSpPr>
            <a:stCxn id="10" idx="5"/>
          </p:cNvCxnSpPr>
          <p:nvPr/>
        </p:nvCxnSpPr>
        <p:spPr>
          <a:xfrm>
            <a:off x="3235023" y="1473687"/>
            <a:ext cx="599859" cy="914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F7926AC-89FB-0A11-8833-272E38A94AD9}"/>
              </a:ext>
            </a:extLst>
          </p:cNvPr>
          <p:cNvSpPr/>
          <p:nvPr/>
        </p:nvSpPr>
        <p:spPr>
          <a:xfrm>
            <a:off x="3834882" y="643538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>
                <a:solidFill>
                  <a:schemeClr val="tx1"/>
                </a:solidFill>
              </a:rPr>
              <a:t>Calibration date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037C4-D53E-B2D1-E447-70974D5284E9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4643125" y="1539276"/>
            <a:ext cx="124818" cy="849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38C56DE-7246-0C53-29BC-E4BEA0B1B11A}"/>
              </a:ext>
            </a:extLst>
          </p:cNvPr>
          <p:cNvSpPr/>
          <p:nvPr/>
        </p:nvSpPr>
        <p:spPr>
          <a:xfrm>
            <a:off x="5956041" y="57794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400" err="1">
                <a:solidFill>
                  <a:schemeClr val="tx1"/>
                </a:solidFill>
              </a:rPr>
              <a:t>Result</a:t>
            </a:r>
            <a:endParaRPr lang="fr-MA" sz="140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AC7DC-BE67-F76E-D6D5-A37332C529D3}"/>
              </a:ext>
            </a:extLst>
          </p:cNvPr>
          <p:cNvCxnSpPr>
            <a:cxnSpLocks/>
            <a:stCxn id="15" idx="3"/>
            <a:endCxn id="9" idx="0"/>
          </p:cNvCxnSpPr>
          <p:nvPr/>
        </p:nvCxnSpPr>
        <p:spPr>
          <a:xfrm flipH="1">
            <a:off x="5598368" y="1342509"/>
            <a:ext cx="630960" cy="1046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D7FAF3-1805-8B25-B15C-324A2FCAC965}"/>
              </a:ext>
            </a:extLst>
          </p:cNvPr>
          <p:cNvSpPr/>
          <p:nvPr/>
        </p:nvSpPr>
        <p:spPr>
          <a:xfrm>
            <a:off x="8229600" y="1091407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>
                <a:solidFill>
                  <a:schemeClr val="tx1"/>
                </a:solidFill>
              </a:rPr>
              <a:t>Next due date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ABA6A-227F-48A6-7B83-5BF527F9362E}"/>
              </a:ext>
            </a:extLst>
          </p:cNvPr>
          <p:cNvCxnSpPr>
            <a:cxnSpLocks/>
          </p:cNvCxnSpPr>
          <p:nvPr/>
        </p:nvCxnSpPr>
        <p:spPr>
          <a:xfrm flipH="1">
            <a:off x="6661646" y="1604865"/>
            <a:ext cx="1567954" cy="78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485768F-41F8-C412-C408-F0789BE415A8}"/>
              </a:ext>
            </a:extLst>
          </p:cNvPr>
          <p:cNvSpPr/>
          <p:nvPr/>
        </p:nvSpPr>
        <p:spPr>
          <a:xfrm>
            <a:off x="8929807" y="2257459"/>
            <a:ext cx="1866122" cy="8957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1600" err="1">
                <a:solidFill>
                  <a:schemeClr val="tx1"/>
                </a:solidFill>
              </a:rPr>
              <a:t>Remarks</a:t>
            </a:r>
            <a:endParaRPr lang="fr-MA" sz="160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72175D-E4F8-4E1B-B80F-0051AB93474B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7361853" y="2770917"/>
            <a:ext cx="1567954" cy="137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2794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882380-C328-B3A7-224C-1E881DE62E55}"/>
              </a:ext>
            </a:extLst>
          </p:cNvPr>
          <p:cNvSpPr/>
          <p:nvPr/>
        </p:nvSpPr>
        <p:spPr>
          <a:xfrm>
            <a:off x="3532571" y="3026306"/>
            <a:ext cx="4785834" cy="1241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9F816-822E-135A-7F14-A7BD314E997D}"/>
              </a:ext>
            </a:extLst>
          </p:cNvPr>
          <p:cNvSpPr txBox="1"/>
          <p:nvPr/>
        </p:nvSpPr>
        <p:spPr>
          <a:xfrm>
            <a:off x="4087030" y="3197538"/>
            <a:ext cx="374904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/>
              <a:t>Consumable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513697-ADE9-D89D-F790-E3A3E6294E4A}"/>
              </a:ext>
            </a:extLst>
          </p:cNvPr>
          <p:cNvSpPr/>
          <p:nvPr/>
        </p:nvSpPr>
        <p:spPr>
          <a:xfrm>
            <a:off x="120925" y="1720755"/>
            <a:ext cx="2917641" cy="12219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0CAEBE-9DC8-2E37-9262-FE86D5F42259}"/>
              </a:ext>
            </a:extLst>
          </p:cNvPr>
          <p:cNvSpPr/>
          <p:nvPr/>
        </p:nvSpPr>
        <p:spPr>
          <a:xfrm>
            <a:off x="2511236" y="534512"/>
            <a:ext cx="3066200" cy="14041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BF979C-7174-ECD0-FF98-F90463E12448}"/>
              </a:ext>
            </a:extLst>
          </p:cNvPr>
          <p:cNvSpPr/>
          <p:nvPr/>
        </p:nvSpPr>
        <p:spPr>
          <a:xfrm>
            <a:off x="5958308" y="571311"/>
            <a:ext cx="2213133" cy="13549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0EF02B-A85A-134E-112C-FC735B7DD994}"/>
              </a:ext>
            </a:extLst>
          </p:cNvPr>
          <p:cNvSpPr txBox="1"/>
          <p:nvPr/>
        </p:nvSpPr>
        <p:spPr>
          <a:xfrm>
            <a:off x="264155" y="2106461"/>
            <a:ext cx="239750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u="sng" err="1"/>
              <a:t>Consumable_id</a:t>
            </a:r>
            <a:endParaRPr lang="en-US" sz="2400" u="s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653D3-739F-1AB9-9F96-78C7B8134E90}"/>
              </a:ext>
            </a:extLst>
          </p:cNvPr>
          <p:cNvSpPr txBox="1"/>
          <p:nvPr/>
        </p:nvSpPr>
        <p:spPr>
          <a:xfrm>
            <a:off x="2662642" y="921829"/>
            <a:ext cx="30447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err="1"/>
              <a:t>Consumable_name</a:t>
            </a:r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47378-8B09-E14C-CFA2-B036FDEFDFAD}"/>
              </a:ext>
            </a:extLst>
          </p:cNvPr>
          <p:cNvSpPr txBox="1"/>
          <p:nvPr/>
        </p:nvSpPr>
        <p:spPr>
          <a:xfrm>
            <a:off x="6361362" y="831752"/>
            <a:ext cx="22094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Unit of measure</a:t>
            </a:r>
            <a:endParaRPr lang="en-US" sz="24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1A4E98-849A-9D43-21D3-4F94AAB96B45}"/>
              </a:ext>
            </a:extLst>
          </p:cNvPr>
          <p:cNvSpPr/>
          <p:nvPr/>
        </p:nvSpPr>
        <p:spPr>
          <a:xfrm>
            <a:off x="8326204" y="770545"/>
            <a:ext cx="2016131" cy="13300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11BBC2-827F-02F6-C878-E1204FF7E9F2}"/>
              </a:ext>
            </a:extLst>
          </p:cNvPr>
          <p:cNvSpPr txBox="1"/>
          <p:nvPr/>
        </p:nvSpPr>
        <p:spPr>
          <a:xfrm>
            <a:off x="8441926" y="1147206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Hazard level</a:t>
            </a:r>
            <a:endParaRPr lang="en-US" sz="24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84756B-C4B1-6BAA-DCB1-957143783684}"/>
              </a:ext>
            </a:extLst>
          </p:cNvPr>
          <p:cNvSpPr/>
          <p:nvPr/>
        </p:nvSpPr>
        <p:spPr>
          <a:xfrm>
            <a:off x="8864809" y="2105215"/>
            <a:ext cx="2759669" cy="1232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8500D0-AC55-2EBB-D392-279796DC6B79}"/>
              </a:ext>
            </a:extLst>
          </p:cNvPr>
          <p:cNvSpPr txBox="1"/>
          <p:nvPr/>
        </p:nvSpPr>
        <p:spPr>
          <a:xfrm>
            <a:off x="8964547" y="2495256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Reorder threshold</a:t>
            </a:r>
            <a:endParaRPr lang="en-US" sz="24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C1E883-D643-547A-3AF2-E06B5853030A}"/>
              </a:ext>
            </a:extLst>
          </p:cNvPr>
          <p:cNvCxnSpPr/>
          <p:nvPr/>
        </p:nvCxnSpPr>
        <p:spPr>
          <a:xfrm>
            <a:off x="2856186" y="2557211"/>
            <a:ext cx="715162" cy="4376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22086E-7018-08D1-C792-04EE483C71C5}"/>
              </a:ext>
            </a:extLst>
          </p:cNvPr>
          <p:cNvCxnSpPr>
            <a:cxnSpLocks/>
          </p:cNvCxnSpPr>
          <p:nvPr/>
        </p:nvCxnSpPr>
        <p:spPr>
          <a:xfrm>
            <a:off x="4380186" y="1957771"/>
            <a:ext cx="705002" cy="104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3BB600-E6BB-5B6C-2134-57EC41D8AD6B}"/>
              </a:ext>
            </a:extLst>
          </p:cNvPr>
          <p:cNvCxnSpPr>
            <a:cxnSpLocks/>
          </p:cNvCxnSpPr>
          <p:nvPr/>
        </p:nvCxnSpPr>
        <p:spPr>
          <a:xfrm flipH="1">
            <a:off x="5847188" y="1846011"/>
            <a:ext cx="808838" cy="117930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860438-E122-9452-D930-DC5A4AD57F0A}"/>
              </a:ext>
            </a:extLst>
          </p:cNvPr>
          <p:cNvCxnSpPr>
            <a:cxnSpLocks/>
          </p:cNvCxnSpPr>
          <p:nvPr/>
        </p:nvCxnSpPr>
        <p:spPr>
          <a:xfrm flipH="1">
            <a:off x="6903828" y="1978091"/>
            <a:ext cx="1824838" cy="102690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69D43D-E7D1-14FE-F564-26239F91DD09}"/>
              </a:ext>
            </a:extLst>
          </p:cNvPr>
          <p:cNvCxnSpPr>
            <a:cxnSpLocks/>
          </p:cNvCxnSpPr>
          <p:nvPr/>
        </p:nvCxnSpPr>
        <p:spPr>
          <a:xfrm flipH="1">
            <a:off x="8295748" y="3075371"/>
            <a:ext cx="849478" cy="32586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0189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B74A57-F3D1-78C1-EB8F-2DDEBD641B84}"/>
              </a:ext>
            </a:extLst>
          </p:cNvPr>
          <p:cNvSpPr/>
          <p:nvPr/>
        </p:nvSpPr>
        <p:spPr>
          <a:xfrm>
            <a:off x="2735780" y="2308927"/>
            <a:ext cx="6720439" cy="2240146"/>
          </a:xfrm>
          <a:custGeom>
            <a:avLst/>
            <a:gdLst>
              <a:gd name="connsiteX0" fmla="*/ 0 w 6720439"/>
              <a:gd name="connsiteY0" fmla="*/ 0 h 2240146"/>
              <a:gd name="connsiteX1" fmla="*/ 806453 w 6720439"/>
              <a:gd name="connsiteY1" fmla="*/ 0 h 2240146"/>
              <a:gd name="connsiteX2" fmla="*/ 1276883 w 6720439"/>
              <a:gd name="connsiteY2" fmla="*/ 0 h 2240146"/>
              <a:gd name="connsiteX3" fmla="*/ 1948927 w 6720439"/>
              <a:gd name="connsiteY3" fmla="*/ 0 h 2240146"/>
              <a:gd name="connsiteX4" fmla="*/ 2755380 w 6720439"/>
              <a:gd name="connsiteY4" fmla="*/ 0 h 2240146"/>
              <a:gd name="connsiteX5" fmla="*/ 3494628 w 6720439"/>
              <a:gd name="connsiteY5" fmla="*/ 0 h 2240146"/>
              <a:gd name="connsiteX6" fmla="*/ 4099468 w 6720439"/>
              <a:gd name="connsiteY6" fmla="*/ 0 h 2240146"/>
              <a:gd name="connsiteX7" fmla="*/ 4569899 w 6720439"/>
              <a:gd name="connsiteY7" fmla="*/ 0 h 2240146"/>
              <a:gd name="connsiteX8" fmla="*/ 5107534 w 6720439"/>
              <a:gd name="connsiteY8" fmla="*/ 0 h 2240146"/>
              <a:gd name="connsiteX9" fmla="*/ 5846782 w 6720439"/>
              <a:gd name="connsiteY9" fmla="*/ 0 h 2240146"/>
              <a:gd name="connsiteX10" fmla="*/ 6720439 w 6720439"/>
              <a:gd name="connsiteY10" fmla="*/ 0 h 2240146"/>
              <a:gd name="connsiteX11" fmla="*/ 6720439 w 6720439"/>
              <a:gd name="connsiteY11" fmla="*/ 604839 h 2240146"/>
              <a:gd name="connsiteX12" fmla="*/ 6720439 w 6720439"/>
              <a:gd name="connsiteY12" fmla="*/ 1187277 h 2240146"/>
              <a:gd name="connsiteX13" fmla="*/ 6720439 w 6720439"/>
              <a:gd name="connsiteY13" fmla="*/ 1724912 h 2240146"/>
              <a:gd name="connsiteX14" fmla="*/ 6720439 w 6720439"/>
              <a:gd name="connsiteY14" fmla="*/ 2240146 h 2240146"/>
              <a:gd name="connsiteX15" fmla="*/ 5981191 w 6720439"/>
              <a:gd name="connsiteY15" fmla="*/ 2240146 h 2240146"/>
              <a:gd name="connsiteX16" fmla="*/ 5510760 w 6720439"/>
              <a:gd name="connsiteY16" fmla="*/ 2240146 h 2240146"/>
              <a:gd name="connsiteX17" fmla="*/ 4704307 w 6720439"/>
              <a:gd name="connsiteY17" fmla="*/ 2240146 h 2240146"/>
              <a:gd name="connsiteX18" fmla="*/ 4032263 w 6720439"/>
              <a:gd name="connsiteY18" fmla="*/ 2240146 h 2240146"/>
              <a:gd name="connsiteX19" fmla="*/ 3293015 w 6720439"/>
              <a:gd name="connsiteY19" fmla="*/ 2240146 h 2240146"/>
              <a:gd name="connsiteX20" fmla="*/ 2620971 w 6720439"/>
              <a:gd name="connsiteY20" fmla="*/ 2240146 h 2240146"/>
              <a:gd name="connsiteX21" fmla="*/ 1814519 w 6720439"/>
              <a:gd name="connsiteY21" fmla="*/ 2240146 h 2240146"/>
              <a:gd name="connsiteX22" fmla="*/ 1209679 w 6720439"/>
              <a:gd name="connsiteY22" fmla="*/ 2240146 h 2240146"/>
              <a:gd name="connsiteX23" fmla="*/ 672044 w 6720439"/>
              <a:gd name="connsiteY23" fmla="*/ 2240146 h 2240146"/>
              <a:gd name="connsiteX24" fmla="*/ 0 w 6720439"/>
              <a:gd name="connsiteY24" fmla="*/ 2240146 h 2240146"/>
              <a:gd name="connsiteX25" fmla="*/ 0 w 6720439"/>
              <a:gd name="connsiteY25" fmla="*/ 1702511 h 2240146"/>
              <a:gd name="connsiteX26" fmla="*/ 0 w 6720439"/>
              <a:gd name="connsiteY26" fmla="*/ 1164876 h 2240146"/>
              <a:gd name="connsiteX27" fmla="*/ 0 w 6720439"/>
              <a:gd name="connsiteY27" fmla="*/ 649642 h 2240146"/>
              <a:gd name="connsiteX28" fmla="*/ 0 w 6720439"/>
              <a:gd name="connsiteY28" fmla="*/ 0 h 224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720439" h="2240146" fill="none" extrusionOk="0">
                <a:moveTo>
                  <a:pt x="0" y="0"/>
                </a:moveTo>
                <a:cubicBezTo>
                  <a:pt x="221380" y="-26184"/>
                  <a:pt x="592817" y="-7767"/>
                  <a:pt x="806453" y="0"/>
                </a:cubicBezTo>
                <a:cubicBezTo>
                  <a:pt x="1020089" y="7767"/>
                  <a:pt x="1052316" y="16088"/>
                  <a:pt x="1276883" y="0"/>
                </a:cubicBezTo>
                <a:cubicBezTo>
                  <a:pt x="1501450" y="-16088"/>
                  <a:pt x="1630711" y="22515"/>
                  <a:pt x="1948927" y="0"/>
                </a:cubicBezTo>
                <a:cubicBezTo>
                  <a:pt x="2267143" y="-22515"/>
                  <a:pt x="2428311" y="713"/>
                  <a:pt x="2755380" y="0"/>
                </a:cubicBezTo>
                <a:cubicBezTo>
                  <a:pt x="3082449" y="-713"/>
                  <a:pt x="3271236" y="29830"/>
                  <a:pt x="3494628" y="0"/>
                </a:cubicBezTo>
                <a:cubicBezTo>
                  <a:pt x="3718020" y="-29830"/>
                  <a:pt x="3810926" y="-25680"/>
                  <a:pt x="4099468" y="0"/>
                </a:cubicBezTo>
                <a:cubicBezTo>
                  <a:pt x="4388010" y="25680"/>
                  <a:pt x="4357516" y="4404"/>
                  <a:pt x="4569899" y="0"/>
                </a:cubicBezTo>
                <a:cubicBezTo>
                  <a:pt x="4782282" y="-4404"/>
                  <a:pt x="4932210" y="-16738"/>
                  <a:pt x="5107534" y="0"/>
                </a:cubicBezTo>
                <a:cubicBezTo>
                  <a:pt x="5282858" y="16738"/>
                  <a:pt x="5518970" y="-29623"/>
                  <a:pt x="5846782" y="0"/>
                </a:cubicBezTo>
                <a:cubicBezTo>
                  <a:pt x="6174594" y="29623"/>
                  <a:pt x="6380403" y="29293"/>
                  <a:pt x="6720439" y="0"/>
                </a:cubicBezTo>
                <a:cubicBezTo>
                  <a:pt x="6720678" y="218968"/>
                  <a:pt x="6732817" y="430810"/>
                  <a:pt x="6720439" y="604839"/>
                </a:cubicBezTo>
                <a:cubicBezTo>
                  <a:pt x="6708061" y="778868"/>
                  <a:pt x="6747412" y="1044464"/>
                  <a:pt x="6720439" y="1187277"/>
                </a:cubicBezTo>
                <a:cubicBezTo>
                  <a:pt x="6693466" y="1330090"/>
                  <a:pt x="6694337" y="1534839"/>
                  <a:pt x="6720439" y="1724912"/>
                </a:cubicBezTo>
                <a:cubicBezTo>
                  <a:pt x="6746541" y="1914986"/>
                  <a:pt x="6729842" y="2003656"/>
                  <a:pt x="6720439" y="2240146"/>
                </a:cubicBezTo>
                <a:cubicBezTo>
                  <a:pt x="6545947" y="2209784"/>
                  <a:pt x="6266714" y="2250836"/>
                  <a:pt x="5981191" y="2240146"/>
                </a:cubicBezTo>
                <a:cubicBezTo>
                  <a:pt x="5695668" y="2229456"/>
                  <a:pt x="5642531" y="2218586"/>
                  <a:pt x="5510760" y="2240146"/>
                </a:cubicBezTo>
                <a:cubicBezTo>
                  <a:pt x="5378989" y="2261706"/>
                  <a:pt x="5029430" y="2278463"/>
                  <a:pt x="4704307" y="2240146"/>
                </a:cubicBezTo>
                <a:cubicBezTo>
                  <a:pt x="4379184" y="2201829"/>
                  <a:pt x="4274224" y="2246112"/>
                  <a:pt x="4032263" y="2240146"/>
                </a:cubicBezTo>
                <a:cubicBezTo>
                  <a:pt x="3790302" y="2234180"/>
                  <a:pt x="3555066" y="2234456"/>
                  <a:pt x="3293015" y="2240146"/>
                </a:cubicBezTo>
                <a:cubicBezTo>
                  <a:pt x="3030964" y="2245836"/>
                  <a:pt x="2908719" y="2240531"/>
                  <a:pt x="2620971" y="2240146"/>
                </a:cubicBezTo>
                <a:cubicBezTo>
                  <a:pt x="2333223" y="2239761"/>
                  <a:pt x="2190420" y="2240115"/>
                  <a:pt x="1814519" y="2240146"/>
                </a:cubicBezTo>
                <a:cubicBezTo>
                  <a:pt x="1438618" y="2240177"/>
                  <a:pt x="1366448" y="2264367"/>
                  <a:pt x="1209679" y="2240146"/>
                </a:cubicBezTo>
                <a:cubicBezTo>
                  <a:pt x="1052910" y="2215925"/>
                  <a:pt x="818208" y="2234990"/>
                  <a:pt x="672044" y="2240146"/>
                </a:cubicBezTo>
                <a:cubicBezTo>
                  <a:pt x="525881" y="2245302"/>
                  <a:pt x="159560" y="2246844"/>
                  <a:pt x="0" y="2240146"/>
                </a:cubicBezTo>
                <a:cubicBezTo>
                  <a:pt x="11772" y="2129211"/>
                  <a:pt x="17959" y="1812483"/>
                  <a:pt x="0" y="1702511"/>
                </a:cubicBezTo>
                <a:cubicBezTo>
                  <a:pt x="-17959" y="1592540"/>
                  <a:pt x="2606" y="1306730"/>
                  <a:pt x="0" y="1164876"/>
                </a:cubicBezTo>
                <a:cubicBezTo>
                  <a:pt x="-2606" y="1023023"/>
                  <a:pt x="-23679" y="773273"/>
                  <a:pt x="0" y="649642"/>
                </a:cubicBezTo>
                <a:cubicBezTo>
                  <a:pt x="23679" y="526011"/>
                  <a:pt x="-10729" y="181920"/>
                  <a:pt x="0" y="0"/>
                </a:cubicBezTo>
                <a:close/>
              </a:path>
              <a:path w="6720439" h="2240146" stroke="0" extrusionOk="0">
                <a:moveTo>
                  <a:pt x="0" y="0"/>
                </a:moveTo>
                <a:cubicBezTo>
                  <a:pt x="203217" y="33340"/>
                  <a:pt x="421770" y="16574"/>
                  <a:pt x="672044" y="0"/>
                </a:cubicBezTo>
                <a:cubicBezTo>
                  <a:pt x="922318" y="-16574"/>
                  <a:pt x="957233" y="-18673"/>
                  <a:pt x="1142475" y="0"/>
                </a:cubicBezTo>
                <a:cubicBezTo>
                  <a:pt x="1327717" y="18673"/>
                  <a:pt x="1636872" y="110"/>
                  <a:pt x="1948927" y="0"/>
                </a:cubicBezTo>
                <a:cubicBezTo>
                  <a:pt x="2260982" y="-110"/>
                  <a:pt x="2339121" y="15850"/>
                  <a:pt x="2688176" y="0"/>
                </a:cubicBezTo>
                <a:cubicBezTo>
                  <a:pt x="3037231" y="-15850"/>
                  <a:pt x="3144791" y="1420"/>
                  <a:pt x="3293015" y="0"/>
                </a:cubicBezTo>
                <a:cubicBezTo>
                  <a:pt x="3441239" y="-1420"/>
                  <a:pt x="3679415" y="-12365"/>
                  <a:pt x="3830650" y="0"/>
                </a:cubicBezTo>
                <a:cubicBezTo>
                  <a:pt x="3981885" y="12365"/>
                  <a:pt x="4242821" y="-11990"/>
                  <a:pt x="4435490" y="0"/>
                </a:cubicBezTo>
                <a:cubicBezTo>
                  <a:pt x="4628159" y="11990"/>
                  <a:pt x="4945075" y="-35983"/>
                  <a:pt x="5174738" y="0"/>
                </a:cubicBezTo>
                <a:cubicBezTo>
                  <a:pt x="5404401" y="35983"/>
                  <a:pt x="5558886" y="-11137"/>
                  <a:pt x="5846782" y="0"/>
                </a:cubicBezTo>
                <a:cubicBezTo>
                  <a:pt x="6134678" y="11137"/>
                  <a:pt x="6480923" y="21280"/>
                  <a:pt x="6720439" y="0"/>
                </a:cubicBezTo>
                <a:cubicBezTo>
                  <a:pt x="6702551" y="278191"/>
                  <a:pt x="6711674" y="346381"/>
                  <a:pt x="6720439" y="582438"/>
                </a:cubicBezTo>
                <a:cubicBezTo>
                  <a:pt x="6729204" y="818495"/>
                  <a:pt x="6735642" y="903118"/>
                  <a:pt x="6720439" y="1120073"/>
                </a:cubicBezTo>
                <a:cubicBezTo>
                  <a:pt x="6705236" y="1337029"/>
                  <a:pt x="6721917" y="1443118"/>
                  <a:pt x="6720439" y="1635307"/>
                </a:cubicBezTo>
                <a:cubicBezTo>
                  <a:pt x="6718961" y="1827496"/>
                  <a:pt x="6697103" y="2052512"/>
                  <a:pt x="6720439" y="2240146"/>
                </a:cubicBezTo>
                <a:cubicBezTo>
                  <a:pt x="6613558" y="2224502"/>
                  <a:pt x="6421194" y="2223792"/>
                  <a:pt x="6250008" y="2240146"/>
                </a:cubicBezTo>
                <a:cubicBezTo>
                  <a:pt x="6078822" y="2256500"/>
                  <a:pt x="5785036" y="2261148"/>
                  <a:pt x="5510760" y="2240146"/>
                </a:cubicBezTo>
                <a:cubicBezTo>
                  <a:pt x="5236484" y="2219144"/>
                  <a:pt x="5132763" y="2263196"/>
                  <a:pt x="4771512" y="2240146"/>
                </a:cubicBezTo>
                <a:cubicBezTo>
                  <a:pt x="4410261" y="2217096"/>
                  <a:pt x="4217264" y="2213812"/>
                  <a:pt x="3965059" y="2240146"/>
                </a:cubicBezTo>
                <a:cubicBezTo>
                  <a:pt x="3712854" y="2266480"/>
                  <a:pt x="3589707" y="2209951"/>
                  <a:pt x="3360220" y="2240146"/>
                </a:cubicBezTo>
                <a:cubicBezTo>
                  <a:pt x="3130733" y="2270341"/>
                  <a:pt x="2880069" y="2246037"/>
                  <a:pt x="2755380" y="2240146"/>
                </a:cubicBezTo>
                <a:cubicBezTo>
                  <a:pt x="2630691" y="2234255"/>
                  <a:pt x="2311900" y="2216439"/>
                  <a:pt x="1948927" y="2240146"/>
                </a:cubicBezTo>
                <a:cubicBezTo>
                  <a:pt x="1585954" y="2263853"/>
                  <a:pt x="1556620" y="2220600"/>
                  <a:pt x="1209679" y="2240146"/>
                </a:cubicBezTo>
                <a:cubicBezTo>
                  <a:pt x="862738" y="2259692"/>
                  <a:pt x="460474" y="2184320"/>
                  <a:pt x="0" y="2240146"/>
                </a:cubicBezTo>
                <a:cubicBezTo>
                  <a:pt x="-19448" y="1947720"/>
                  <a:pt x="-28878" y="1929636"/>
                  <a:pt x="0" y="1635307"/>
                </a:cubicBezTo>
                <a:cubicBezTo>
                  <a:pt x="28878" y="1340978"/>
                  <a:pt x="-7862" y="1222083"/>
                  <a:pt x="0" y="1075270"/>
                </a:cubicBezTo>
                <a:cubicBezTo>
                  <a:pt x="7862" y="928457"/>
                  <a:pt x="1011" y="29475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552242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cs typeface="Angsana New"/>
              </a:rPr>
              <a:t>The next slides have more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cs typeface="Angsana New"/>
              </a:rPr>
              <a:t>details about relationship sets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cs typeface="Angsana New"/>
              </a:rPr>
              <a:t> and their attributes.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4494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mond 5">
            <a:extLst>
              <a:ext uri="{FF2B5EF4-FFF2-40B4-BE49-F238E27FC236}">
                <a16:creationId xmlns:a16="http://schemas.microsoft.com/office/drawing/2014/main" id="{15E10F50-E84A-5E4F-6312-39610780652C}"/>
              </a:ext>
            </a:extLst>
          </p:cNvPr>
          <p:cNvSpPr/>
          <p:nvPr/>
        </p:nvSpPr>
        <p:spPr>
          <a:xfrm>
            <a:off x="3780863" y="1901025"/>
            <a:ext cx="3556232" cy="280018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A3A33-C82B-E67C-5CE4-99167682CE27}"/>
              </a:ext>
            </a:extLst>
          </p:cNvPr>
          <p:cNvSpPr txBox="1"/>
          <p:nvPr/>
        </p:nvSpPr>
        <p:spPr>
          <a:xfrm>
            <a:off x="4841343" y="2952830"/>
            <a:ext cx="276388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/>
              <a:t>Holds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C9773D-9AD4-9473-63D5-A4DC65D67F2F}"/>
              </a:ext>
            </a:extLst>
          </p:cNvPr>
          <p:cNvSpPr/>
          <p:nvPr/>
        </p:nvSpPr>
        <p:spPr>
          <a:xfrm>
            <a:off x="1979090" y="414202"/>
            <a:ext cx="2870187" cy="1680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D1333F-DF14-8F23-7833-786847749FD6}"/>
              </a:ext>
            </a:extLst>
          </p:cNvPr>
          <p:cNvSpPr/>
          <p:nvPr/>
        </p:nvSpPr>
        <p:spPr>
          <a:xfrm>
            <a:off x="414449" y="2588441"/>
            <a:ext cx="2870187" cy="1680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7FE802-1B02-25B8-BDEB-2C54E8464A43}"/>
              </a:ext>
            </a:extLst>
          </p:cNvPr>
          <p:cNvSpPr/>
          <p:nvPr/>
        </p:nvSpPr>
        <p:spPr>
          <a:xfrm>
            <a:off x="6175169" y="221161"/>
            <a:ext cx="2870187" cy="1680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74194F-E22E-D804-B09B-D7B0B815E509}"/>
              </a:ext>
            </a:extLst>
          </p:cNvPr>
          <p:cNvCxnSpPr/>
          <p:nvPr/>
        </p:nvCxnSpPr>
        <p:spPr>
          <a:xfrm>
            <a:off x="3175977" y="3150700"/>
            <a:ext cx="703144" cy="9503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9B90AC-C2A2-84A8-A49E-A13840069332}"/>
              </a:ext>
            </a:extLst>
          </p:cNvPr>
          <p:cNvCxnSpPr>
            <a:cxnSpLocks/>
          </p:cNvCxnSpPr>
          <p:nvPr/>
        </p:nvCxnSpPr>
        <p:spPr>
          <a:xfrm>
            <a:off x="3937976" y="2043260"/>
            <a:ext cx="652344" cy="63351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35B24F-7CCA-BD1B-F415-C230DDBFF404}"/>
              </a:ext>
            </a:extLst>
          </p:cNvPr>
          <p:cNvCxnSpPr>
            <a:cxnSpLocks/>
          </p:cNvCxnSpPr>
          <p:nvPr/>
        </p:nvCxnSpPr>
        <p:spPr>
          <a:xfrm flipV="1">
            <a:off x="6254456" y="1721734"/>
            <a:ext cx="469464" cy="72792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486B1C6-0521-6BA0-75C0-6A96552ECE6F}"/>
              </a:ext>
            </a:extLst>
          </p:cNvPr>
          <p:cNvSpPr txBox="1"/>
          <p:nvPr/>
        </p:nvSpPr>
        <p:spPr>
          <a:xfrm>
            <a:off x="2609373" y="933105"/>
            <a:ext cx="18369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/>
              <a:t>Result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A83FA6-D28D-71B4-042B-2AE33E2F165E}"/>
              </a:ext>
            </a:extLst>
          </p:cNvPr>
          <p:cNvSpPr txBox="1"/>
          <p:nvPr/>
        </p:nvSpPr>
        <p:spPr>
          <a:xfrm>
            <a:off x="6490352" y="801893"/>
            <a:ext cx="25537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Expiration 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0BF19-ADE4-2193-18E0-37F4EFF4C481}"/>
              </a:ext>
            </a:extLst>
          </p:cNvPr>
          <p:cNvSpPr txBox="1"/>
          <p:nvPr/>
        </p:nvSpPr>
        <p:spPr>
          <a:xfrm>
            <a:off x="791980" y="3132364"/>
            <a:ext cx="21068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Issue date</a:t>
            </a:r>
            <a:endParaRPr lang="en-US" sz="32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5AC7EFF-B778-7279-147F-F4C710B474D7}"/>
              </a:ext>
            </a:extLst>
          </p:cNvPr>
          <p:cNvSpPr/>
          <p:nvPr/>
        </p:nvSpPr>
        <p:spPr>
          <a:xfrm>
            <a:off x="8552608" y="2405560"/>
            <a:ext cx="2870187" cy="1680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142F55F-18CB-2068-6579-0258F8A8387B}"/>
              </a:ext>
            </a:extLst>
          </p:cNvPr>
          <p:cNvCxnSpPr>
            <a:cxnSpLocks/>
          </p:cNvCxnSpPr>
          <p:nvPr/>
        </p:nvCxnSpPr>
        <p:spPr>
          <a:xfrm flipV="1">
            <a:off x="7351735" y="3215254"/>
            <a:ext cx="1200984" cy="10816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625349B-61D3-FA4D-0886-16F208C3F667}"/>
              </a:ext>
            </a:extLst>
          </p:cNvPr>
          <p:cNvSpPr txBox="1"/>
          <p:nvPr/>
        </p:nvSpPr>
        <p:spPr>
          <a:xfrm>
            <a:off x="9180648" y="2749175"/>
            <a:ext cx="224365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Recent award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7A5CAC-C3B5-6A3C-10DA-7CDB8B92913A}"/>
              </a:ext>
            </a:extLst>
          </p:cNvPr>
          <p:cNvSpPr txBox="1"/>
          <p:nvPr/>
        </p:nvSpPr>
        <p:spPr>
          <a:xfrm>
            <a:off x="126007" y="210013"/>
            <a:ext cx="1148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CE4</a:t>
            </a:r>
          </a:p>
        </p:txBody>
      </p:sp>
    </p:spTree>
    <p:extLst>
      <p:ext uri="{BB962C8B-B14F-4D97-AF65-F5344CB8AC3E}">
        <p14:creationId xmlns:p14="http://schemas.microsoft.com/office/powerpoint/2010/main" val="32813572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4B605BD9-E6FC-5AA3-38AB-8C3E68388770}"/>
              </a:ext>
            </a:extLst>
          </p:cNvPr>
          <p:cNvSpPr/>
          <p:nvPr/>
        </p:nvSpPr>
        <p:spPr>
          <a:xfrm>
            <a:off x="3495020" y="1565003"/>
            <a:ext cx="3684840" cy="283202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98966-9757-5876-D2D7-0FE8187E119A}"/>
              </a:ext>
            </a:extLst>
          </p:cNvPr>
          <p:cNvSpPr txBox="1"/>
          <p:nvPr/>
        </p:nvSpPr>
        <p:spPr>
          <a:xfrm>
            <a:off x="4174751" y="2629941"/>
            <a:ext cx="282818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/>
              <a:t>Has a role 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FD6A99-E54E-13D5-ABB3-C32BD30F6FF9}"/>
              </a:ext>
            </a:extLst>
          </p:cNvPr>
          <p:cNvSpPr/>
          <p:nvPr/>
        </p:nvSpPr>
        <p:spPr>
          <a:xfrm>
            <a:off x="788760" y="683072"/>
            <a:ext cx="2789649" cy="138609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AC29C4-CDEB-EE1E-2F06-E40C84525477}"/>
              </a:ext>
            </a:extLst>
          </p:cNvPr>
          <p:cNvCxnSpPr/>
          <p:nvPr/>
        </p:nvCxnSpPr>
        <p:spPr>
          <a:xfrm>
            <a:off x="3122204" y="1890123"/>
            <a:ext cx="1022066" cy="61604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B24F4F9-324A-141E-75C1-1CBBA758147E}"/>
              </a:ext>
            </a:extLst>
          </p:cNvPr>
          <p:cNvSpPr txBox="1"/>
          <p:nvPr/>
        </p:nvSpPr>
        <p:spPr>
          <a:xfrm>
            <a:off x="1437758" y="1122303"/>
            <a:ext cx="2569728" cy="7180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/>
              <a:t>Role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930DD-03F5-F122-6675-41A20F24D537}"/>
              </a:ext>
            </a:extLst>
          </p:cNvPr>
          <p:cNvSpPr txBox="1"/>
          <p:nvPr/>
        </p:nvSpPr>
        <p:spPr>
          <a:xfrm>
            <a:off x="154009" y="168011"/>
            <a:ext cx="15260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PR3</a:t>
            </a:r>
          </a:p>
        </p:txBody>
      </p:sp>
    </p:spTree>
    <p:extLst>
      <p:ext uri="{BB962C8B-B14F-4D97-AF65-F5344CB8AC3E}">
        <p14:creationId xmlns:p14="http://schemas.microsoft.com/office/powerpoint/2010/main" val="32944647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478C41EC-79F8-9553-EC42-DE6756EB5639}"/>
              </a:ext>
            </a:extLst>
          </p:cNvPr>
          <p:cNvSpPr/>
          <p:nvPr/>
        </p:nvSpPr>
        <p:spPr>
          <a:xfrm>
            <a:off x="3724985" y="1915399"/>
            <a:ext cx="3931652" cy="268817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36F63-76E9-25E1-05FA-B3B1E45B10C7}"/>
              </a:ext>
            </a:extLst>
          </p:cNvPr>
          <p:cNvSpPr txBox="1"/>
          <p:nvPr/>
        </p:nvSpPr>
        <p:spPr>
          <a:xfrm>
            <a:off x="4814704" y="2961627"/>
            <a:ext cx="209666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/>
              <a:t>Supplies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533282-1D04-59E1-1CBF-48272F4607D7}"/>
              </a:ext>
            </a:extLst>
          </p:cNvPr>
          <p:cNvCxnSpPr/>
          <p:nvPr/>
        </p:nvCxnSpPr>
        <p:spPr>
          <a:xfrm>
            <a:off x="3052199" y="2282149"/>
            <a:ext cx="1106072" cy="67204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0D22E78-BB2E-C8DA-3820-8DE0C349B47E}"/>
              </a:ext>
            </a:extLst>
          </p:cNvPr>
          <p:cNvSpPr/>
          <p:nvPr/>
        </p:nvSpPr>
        <p:spPr>
          <a:xfrm>
            <a:off x="1387453" y="1288084"/>
            <a:ext cx="2660173" cy="10651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Price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821B3-00DC-EC6F-7CB6-CD9B4624D9D3}"/>
              </a:ext>
            </a:extLst>
          </p:cNvPr>
          <p:cNvSpPr txBox="1"/>
          <p:nvPr/>
        </p:nvSpPr>
        <p:spPr>
          <a:xfrm>
            <a:off x="155620" y="135052"/>
            <a:ext cx="16521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CO4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015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0B64D-3351-C084-52A3-D37D8819D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mond 5">
            <a:extLst>
              <a:ext uri="{FF2B5EF4-FFF2-40B4-BE49-F238E27FC236}">
                <a16:creationId xmlns:a16="http://schemas.microsoft.com/office/drawing/2014/main" id="{FDC2A5ED-B9CC-9F50-B1D7-4F6BE6B77353}"/>
              </a:ext>
            </a:extLst>
          </p:cNvPr>
          <p:cNvSpPr/>
          <p:nvPr/>
        </p:nvSpPr>
        <p:spPr>
          <a:xfrm>
            <a:off x="3780863" y="1901025"/>
            <a:ext cx="3485112" cy="280018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0A8E0-E206-9660-3CCD-AA4831000DE9}"/>
              </a:ext>
            </a:extLst>
          </p:cNvPr>
          <p:cNvSpPr txBox="1"/>
          <p:nvPr/>
        </p:nvSpPr>
        <p:spPr>
          <a:xfrm>
            <a:off x="4627983" y="2942670"/>
            <a:ext cx="276388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/>
              <a:t>Stores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EC4D14-A7C7-66F6-93DA-23FDA2C8BC50}"/>
              </a:ext>
            </a:extLst>
          </p:cNvPr>
          <p:cNvSpPr/>
          <p:nvPr/>
        </p:nvSpPr>
        <p:spPr>
          <a:xfrm>
            <a:off x="1979090" y="414202"/>
            <a:ext cx="2870187" cy="1680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21F257-13E6-3232-ED51-E5A5685E0EEF}"/>
              </a:ext>
            </a:extLst>
          </p:cNvPr>
          <p:cNvSpPr/>
          <p:nvPr/>
        </p:nvSpPr>
        <p:spPr>
          <a:xfrm>
            <a:off x="414449" y="2588441"/>
            <a:ext cx="2870187" cy="1680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D8D8A3-006E-A9A7-A124-A1CB2A66DC51}"/>
              </a:ext>
            </a:extLst>
          </p:cNvPr>
          <p:cNvSpPr/>
          <p:nvPr/>
        </p:nvSpPr>
        <p:spPr>
          <a:xfrm>
            <a:off x="6175169" y="221161"/>
            <a:ext cx="2870187" cy="16801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5D546D-3A5C-1971-247A-EE6B0628DFE8}"/>
              </a:ext>
            </a:extLst>
          </p:cNvPr>
          <p:cNvCxnSpPr/>
          <p:nvPr/>
        </p:nvCxnSpPr>
        <p:spPr>
          <a:xfrm>
            <a:off x="3175977" y="3150700"/>
            <a:ext cx="703144" cy="9503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4EF6E9-949C-7D69-AA62-EF5B3AB91DC8}"/>
              </a:ext>
            </a:extLst>
          </p:cNvPr>
          <p:cNvCxnSpPr>
            <a:cxnSpLocks/>
          </p:cNvCxnSpPr>
          <p:nvPr/>
        </p:nvCxnSpPr>
        <p:spPr>
          <a:xfrm>
            <a:off x="3937976" y="2043260"/>
            <a:ext cx="652344" cy="63351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ACD76F-B8DF-84B5-0310-E59E534EE9B9}"/>
              </a:ext>
            </a:extLst>
          </p:cNvPr>
          <p:cNvCxnSpPr>
            <a:cxnSpLocks/>
          </p:cNvCxnSpPr>
          <p:nvPr/>
        </p:nvCxnSpPr>
        <p:spPr>
          <a:xfrm flipV="1">
            <a:off x="6254456" y="1721734"/>
            <a:ext cx="469464" cy="72792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CF27AB9-884D-7C8B-4E95-EEFD207D5D59}"/>
              </a:ext>
            </a:extLst>
          </p:cNvPr>
          <p:cNvSpPr txBox="1"/>
          <p:nvPr/>
        </p:nvSpPr>
        <p:spPr>
          <a:xfrm>
            <a:off x="2396013" y="922945"/>
            <a:ext cx="2212891" cy="656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/>
              <a:t>Quantity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A0E55C-1909-A82B-CC87-E700134D33A9}"/>
              </a:ext>
            </a:extLst>
          </p:cNvPr>
          <p:cNvSpPr txBox="1"/>
          <p:nvPr/>
        </p:nvSpPr>
        <p:spPr>
          <a:xfrm>
            <a:off x="6490352" y="619013"/>
            <a:ext cx="255374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Last restock 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4DB1E1-81E6-AFD5-EBB4-87F6C4694EDD}"/>
              </a:ext>
            </a:extLst>
          </p:cNvPr>
          <p:cNvSpPr txBox="1"/>
          <p:nvPr/>
        </p:nvSpPr>
        <p:spPr>
          <a:xfrm>
            <a:off x="791980" y="2939324"/>
            <a:ext cx="210682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Storage condition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BA17F9-55FB-E34D-C6A7-DC4222412A8F}"/>
              </a:ext>
            </a:extLst>
          </p:cNvPr>
          <p:cNvSpPr txBox="1"/>
          <p:nvPr/>
        </p:nvSpPr>
        <p:spPr>
          <a:xfrm>
            <a:off x="196012" y="210013"/>
            <a:ext cx="13440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018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4DEDD-D8CB-4080-A24B-4A4EB3AD0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76DF3E34-9BCC-9677-253D-74CF4F6CE3E2}"/>
              </a:ext>
            </a:extLst>
          </p:cNvPr>
          <p:cNvSpPr/>
          <p:nvPr/>
        </p:nvSpPr>
        <p:spPr>
          <a:xfrm>
            <a:off x="3724985" y="1915399"/>
            <a:ext cx="3931652" cy="268817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44DD8E-2934-CA53-4E20-C561BBEE5C1E}"/>
              </a:ext>
            </a:extLst>
          </p:cNvPr>
          <p:cNvSpPr txBox="1"/>
          <p:nvPr/>
        </p:nvSpPr>
        <p:spPr>
          <a:xfrm>
            <a:off x="4550544" y="2961627"/>
            <a:ext cx="209666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/>
              <a:t>Consumes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D66914-6AAC-0E01-5AC9-446506803E57}"/>
              </a:ext>
            </a:extLst>
          </p:cNvPr>
          <p:cNvCxnSpPr/>
          <p:nvPr/>
        </p:nvCxnSpPr>
        <p:spPr>
          <a:xfrm>
            <a:off x="3052199" y="2282149"/>
            <a:ext cx="1106072" cy="67204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FE0292B-CE58-82A0-99D3-ECA0A4CB8C27}"/>
              </a:ext>
            </a:extLst>
          </p:cNvPr>
          <p:cNvSpPr/>
          <p:nvPr/>
        </p:nvSpPr>
        <p:spPr>
          <a:xfrm>
            <a:off x="1387453" y="1288084"/>
            <a:ext cx="2660173" cy="10651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/>
              <a:t>Quantity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71C658-B7BC-2ABB-8AFF-E5C0160B35CA}"/>
              </a:ext>
            </a:extLst>
          </p:cNvPr>
          <p:cNvSpPr txBox="1"/>
          <p:nvPr/>
        </p:nvSpPr>
        <p:spPr>
          <a:xfrm>
            <a:off x="112007" y="224014"/>
            <a:ext cx="19321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CO9</a:t>
            </a:r>
          </a:p>
        </p:txBody>
      </p:sp>
    </p:spTree>
    <p:extLst>
      <p:ext uri="{BB962C8B-B14F-4D97-AF65-F5344CB8AC3E}">
        <p14:creationId xmlns:p14="http://schemas.microsoft.com/office/powerpoint/2010/main" val="22443916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14B5-0712-EE9B-13D2-7CE0AB0C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9228"/>
            <a:ext cx="10515600" cy="1325563"/>
          </a:xfrm>
        </p:spPr>
        <p:txBody>
          <a:bodyPr/>
          <a:lstStyle/>
          <a:p>
            <a:r>
              <a:rPr lang="fr-MA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</a:t>
            </a:r>
            <a:r>
              <a:rPr lang="fr-M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MA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</a:t>
            </a:r>
            <a:r>
              <a:rPr lang="fr-M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</a:t>
            </a:r>
            <a:r>
              <a:rPr lang="fr-MA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</a:t>
            </a:r>
            <a:r>
              <a:rPr lang="fr-M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E8192-595F-CE42-D610-9AEE18BAC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MA" dirty="0">
              <a:solidFill>
                <a:schemeClr val="bg1"/>
              </a:solidFill>
            </a:endParaRPr>
          </a:p>
          <a:p>
            <a:pPr lvl="1"/>
            <a:endParaRPr lang="fr-MA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fr-MA" dirty="0">
              <a:solidFill>
                <a:schemeClr val="bg1"/>
              </a:solidFill>
            </a:endParaRPr>
          </a:p>
          <a:p>
            <a:pPr lvl="1"/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776835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3480</Words>
  <Application>Microsoft Office PowerPoint</Application>
  <PresentationFormat>Widescreen</PresentationFormat>
  <Paragraphs>1967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Aptos</vt:lpstr>
      <vt:lpstr>Aptos Display</vt:lpstr>
      <vt:lpstr>Arial</vt:lpstr>
      <vt:lpstr>Office Theme</vt:lpstr>
      <vt:lpstr>LAB 1: Conceptual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product after some refactoring, cleaning and organizing using exterior softwares.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Bouchmal</dc:creator>
  <cp:lastModifiedBy>Sarah Bouchmal</cp:lastModifiedBy>
  <cp:revision>16</cp:revision>
  <dcterms:created xsi:type="dcterms:W3CDTF">2026-09-20T15:04:36Z</dcterms:created>
  <dcterms:modified xsi:type="dcterms:W3CDTF">2026-09-20T23:04:32Z</dcterms:modified>
</cp:coreProperties>
</file>